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3"/>
  </p:handoutMasterIdLst>
  <p:sldIdLst>
    <p:sldId id="257" r:id="rId2"/>
    <p:sldId id="497" r:id="rId3"/>
    <p:sldId id="687" r:id="rId4"/>
    <p:sldId id="511" r:id="rId5"/>
    <p:sldId id="688" r:id="rId6"/>
    <p:sldId id="678" r:id="rId7"/>
    <p:sldId id="689" r:id="rId8"/>
    <p:sldId id="690" r:id="rId9"/>
    <p:sldId id="691" r:id="rId10"/>
    <p:sldId id="692" r:id="rId11"/>
    <p:sldId id="677" r:id="rId12"/>
  </p:sldIdLst>
  <p:sldSz cx="9144000" cy="6858000" type="screen4x3"/>
  <p:notesSz cx="6858000" cy="9144000"/>
  <p:defaultTextStyle>
    <a:defPPr>
      <a:defRPr lang="ko-KR"/>
    </a:defPPr>
    <a:lvl1pPr marL="0" algn="l" defTabSz="1024037" rtl="0" eaLnBrk="1" latinLnBrk="1" hangingPunct="1">
      <a:defRPr sz="2000" kern="1200">
        <a:solidFill>
          <a:schemeClr val="tx1"/>
        </a:solidFill>
        <a:latin typeface="+mn-lt"/>
        <a:ea typeface="+mn-ea"/>
        <a:cs typeface="+mn-cs"/>
      </a:defRPr>
    </a:lvl1pPr>
    <a:lvl2pPr marL="512019" algn="l" defTabSz="1024037" rtl="0" eaLnBrk="1" latinLnBrk="1" hangingPunct="1">
      <a:defRPr sz="2000" kern="1200">
        <a:solidFill>
          <a:schemeClr val="tx1"/>
        </a:solidFill>
        <a:latin typeface="+mn-lt"/>
        <a:ea typeface="+mn-ea"/>
        <a:cs typeface="+mn-cs"/>
      </a:defRPr>
    </a:lvl2pPr>
    <a:lvl3pPr marL="1024037" algn="l" defTabSz="1024037" rtl="0" eaLnBrk="1" latinLnBrk="1" hangingPunct="1">
      <a:defRPr sz="2000" kern="1200">
        <a:solidFill>
          <a:schemeClr val="tx1"/>
        </a:solidFill>
        <a:latin typeface="+mn-lt"/>
        <a:ea typeface="+mn-ea"/>
        <a:cs typeface="+mn-cs"/>
      </a:defRPr>
    </a:lvl3pPr>
    <a:lvl4pPr marL="1536055" algn="l" defTabSz="1024037" rtl="0" eaLnBrk="1" latinLnBrk="1" hangingPunct="1">
      <a:defRPr sz="2000" kern="1200">
        <a:solidFill>
          <a:schemeClr val="tx1"/>
        </a:solidFill>
        <a:latin typeface="+mn-lt"/>
        <a:ea typeface="+mn-ea"/>
        <a:cs typeface="+mn-cs"/>
      </a:defRPr>
    </a:lvl4pPr>
    <a:lvl5pPr marL="2048074" algn="l" defTabSz="1024037" rtl="0" eaLnBrk="1" latinLnBrk="1" hangingPunct="1">
      <a:defRPr sz="2000" kern="1200">
        <a:solidFill>
          <a:schemeClr val="tx1"/>
        </a:solidFill>
        <a:latin typeface="+mn-lt"/>
        <a:ea typeface="+mn-ea"/>
        <a:cs typeface="+mn-cs"/>
      </a:defRPr>
    </a:lvl5pPr>
    <a:lvl6pPr marL="2560092" algn="l" defTabSz="1024037" rtl="0" eaLnBrk="1" latinLnBrk="1" hangingPunct="1">
      <a:defRPr sz="2000" kern="1200">
        <a:solidFill>
          <a:schemeClr val="tx1"/>
        </a:solidFill>
        <a:latin typeface="+mn-lt"/>
        <a:ea typeface="+mn-ea"/>
        <a:cs typeface="+mn-cs"/>
      </a:defRPr>
    </a:lvl6pPr>
    <a:lvl7pPr marL="3072111" algn="l" defTabSz="1024037" rtl="0" eaLnBrk="1" latinLnBrk="1" hangingPunct="1">
      <a:defRPr sz="2000" kern="1200">
        <a:solidFill>
          <a:schemeClr val="tx1"/>
        </a:solidFill>
        <a:latin typeface="+mn-lt"/>
        <a:ea typeface="+mn-ea"/>
        <a:cs typeface="+mn-cs"/>
      </a:defRPr>
    </a:lvl7pPr>
    <a:lvl8pPr marL="3584129" algn="l" defTabSz="1024037" rtl="0" eaLnBrk="1" latinLnBrk="1" hangingPunct="1">
      <a:defRPr sz="2000" kern="1200">
        <a:solidFill>
          <a:schemeClr val="tx1"/>
        </a:solidFill>
        <a:latin typeface="+mn-lt"/>
        <a:ea typeface="+mn-ea"/>
        <a:cs typeface="+mn-cs"/>
      </a:defRPr>
    </a:lvl8pPr>
    <a:lvl9pPr marL="4096147" algn="l" defTabSz="1024037" rtl="0" eaLnBrk="1" latinLnBrk="1"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BAFCB"/>
    <a:srgbClr val="DFD7CC"/>
    <a:srgbClr val="A1BEA8"/>
    <a:srgbClr val="95B3DF"/>
    <a:srgbClr val="5696C6"/>
    <a:srgbClr val="2C2C2D"/>
    <a:srgbClr val="FFBF00"/>
    <a:srgbClr val="504E4F"/>
    <a:srgbClr val="897F75"/>
    <a:srgbClr val="46507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horzBarState="maximized">
    <p:restoredLeft sz="13427" autoAdjust="0"/>
    <p:restoredTop sz="96682" autoAdjust="0"/>
  </p:normalViewPr>
  <p:slideViewPr>
    <p:cSldViewPr>
      <p:cViewPr varScale="1">
        <p:scale>
          <a:sx n="88" d="100"/>
          <a:sy n="88" d="100"/>
        </p:scale>
        <p:origin x="749" y="6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5594"/>
    </p:cViewPr>
  </p:sorterViewPr>
  <p:notesViewPr>
    <p:cSldViewPr>
      <p:cViewPr varScale="1">
        <p:scale>
          <a:sx n="88" d="100"/>
          <a:sy n="88" d="100"/>
        </p:scale>
        <p:origin x="-3870" y="-12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handoutMaster" Target="handoutMasters/handout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107D87F-F151-4133-88AC-A8EDC0827BFE}" type="datetimeFigureOut">
              <a:rPr lang="ko-KR" altLang="en-US" smtClean="0"/>
              <a:pPr/>
              <a:t>2023-11-17</a:t>
            </a:fld>
            <a:endParaRPr lang="ko-KR" altLang="en-US"/>
          </a:p>
        </p:txBody>
      </p:sp>
      <p:sp>
        <p:nvSpPr>
          <p:cNvPr id="4" name="바닥글 개체 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757E566-A2C3-4E8B-B8B2-EDBF783ACC28}" type="slidenum">
              <a:rPr lang="ko-KR" altLang="en-US" smtClean="0"/>
              <a:pPr/>
              <a:t>‹#›</a:t>
            </a:fld>
            <a:endParaRPr lang="ko-KR" alt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reserve="1">
  <p:cSld name="Cover Slide">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blank" preserve="1">
  <p:cSld name="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19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bg1">
                    <a:lumMod val="65000"/>
                  </a:schemeClr>
                </a:solidFill>
                <a:cs typeface="Arial" pitchFamily="34" charset="0"/>
              </a:rPr>
              <a:t>© Copyright Company</a:t>
            </a:r>
            <a:r>
              <a:rPr lang="en-US" sz="800" baseline="0" dirty="0">
                <a:solidFill>
                  <a:schemeClr val="bg1">
                    <a:lumMod val="65000"/>
                  </a:schemeClr>
                </a:solidFill>
                <a:cs typeface="Arial" pitchFamily="34" charset="0"/>
              </a:rPr>
              <a:t> Name</a:t>
            </a:r>
            <a:r>
              <a:rPr lang="en-US" sz="800" dirty="0">
                <a:solidFill>
                  <a:schemeClr val="bg1">
                    <a:lumMod val="65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bg1">
                    <a:lumMod val="65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bg1">
                    <a:lumMod val="65000"/>
                  </a:schemeClr>
                </a:solidFill>
                <a:latin typeface="+mn-lt"/>
              </a:rPr>
              <a:pPr algn="ctr" eaLnBrk="1" hangingPunct="1">
                <a:defRPr/>
              </a:pPr>
              <a:t>‹#›</a:t>
            </a:fld>
            <a:endParaRPr lang="en-GB" sz="800" dirty="0">
              <a:solidFill>
                <a:schemeClr val="bg1">
                  <a:lumMod val="65000"/>
                </a:schemeClr>
              </a:solidFill>
              <a:latin typeface="+mn-lt"/>
            </a:endParaRPr>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3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1" y="0"/>
            <a:ext cx="4320562"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16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1" y="0"/>
            <a:ext cx="9143390"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8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6" name="그림 개체 틀 3"/>
          <p:cNvSpPr>
            <a:spLocks noGrp="1"/>
          </p:cNvSpPr>
          <p:nvPr>
            <p:ph type="pic" sz="quarter" idx="26" hasCustomPrompt="1"/>
          </p:nvPr>
        </p:nvSpPr>
        <p:spPr>
          <a:xfrm>
            <a:off x="3285948" y="1184033"/>
            <a:ext cx="5130668" cy="3959083"/>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88018" indent="-288018" algn="ctr">
              <a:buNone/>
              <a:defRPr lang="ko-KR" altLang="en-US" sz="800" kern="1200" baseline="0" dirty="0">
                <a:solidFill>
                  <a:schemeClr val="tx1"/>
                </a:solidFill>
                <a:latin typeface="+mn-lt"/>
                <a:ea typeface="+mn-ea"/>
                <a:cs typeface="+mn-cs"/>
              </a:defRPr>
            </a:lvl1pPr>
          </a:lstStyle>
          <a:p>
            <a:pPr marL="0" lvl="0" indent="0" algn="ctr" defTabSz="768046"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4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6" name="그림 개체 틀 3"/>
          <p:cNvSpPr>
            <a:spLocks noGrp="1"/>
          </p:cNvSpPr>
          <p:nvPr>
            <p:ph type="pic" sz="quarter" idx="26" hasCustomPrompt="1"/>
          </p:nvPr>
        </p:nvSpPr>
        <p:spPr>
          <a:xfrm>
            <a:off x="3714632" y="1714885"/>
            <a:ext cx="4701984" cy="3959083"/>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88018" indent="-288018" algn="ctr">
              <a:buNone/>
              <a:defRPr lang="ko-KR" altLang="en-US" sz="800" kern="1200" baseline="0" dirty="0">
                <a:solidFill>
                  <a:schemeClr val="tx1"/>
                </a:solidFill>
                <a:latin typeface="+mn-lt"/>
                <a:ea typeface="+mn-ea"/>
                <a:cs typeface="+mn-cs"/>
              </a:defRPr>
            </a:lvl1pPr>
          </a:lstStyle>
          <a:p>
            <a:pPr marL="0" lvl="0" indent="0" algn="ctr" defTabSz="768046"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38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7" name="그림 개체 틀 3"/>
          <p:cNvSpPr>
            <a:spLocks noGrp="1"/>
          </p:cNvSpPr>
          <p:nvPr>
            <p:ph type="pic" sz="quarter" idx="26" hasCustomPrompt="1"/>
          </p:nvPr>
        </p:nvSpPr>
        <p:spPr>
          <a:xfrm>
            <a:off x="5107854" y="1072092"/>
            <a:ext cx="3268714" cy="471381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88018" indent="-288018" algn="ctr">
              <a:buNone/>
              <a:defRPr lang="ko-KR" altLang="en-US" sz="800" kern="1200" baseline="0" dirty="0">
                <a:solidFill>
                  <a:schemeClr val="tx1"/>
                </a:solidFill>
                <a:latin typeface="+mn-lt"/>
                <a:ea typeface="+mn-ea"/>
                <a:cs typeface="+mn-cs"/>
              </a:defRPr>
            </a:lvl1pPr>
          </a:lstStyle>
          <a:p>
            <a:pPr marL="0" lvl="0" indent="0" algn="ctr" defTabSz="768046"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56_Content Slide">
    <p:spTree>
      <p:nvGrpSpPr>
        <p:cNvPr id="1" name=""/>
        <p:cNvGrpSpPr/>
        <p:nvPr/>
      </p:nvGrpSpPr>
      <p:grpSpPr>
        <a:xfrm>
          <a:off x="0" y="0"/>
          <a:ext cx="0" cy="0"/>
          <a:chOff x="0" y="0"/>
          <a:chExt cx="0" cy="0"/>
        </a:xfrm>
      </p:grpSpPr>
      <p:sp>
        <p:nvSpPr>
          <p:cNvPr id="7" name="그림 개체 틀 3"/>
          <p:cNvSpPr>
            <a:spLocks noGrp="1"/>
          </p:cNvSpPr>
          <p:nvPr>
            <p:ph type="pic" sz="quarter" idx="26" hasCustomPrompt="1"/>
          </p:nvPr>
        </p:nvSpPr>
        <p:spPr>
          <a:xfrm>
            <a:off x="4304072" y="866575"/>
            <a:ext cx="4072496" cy="5124851"/>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88018" indent="-288018" algn="ctr">
              <a:buNone/>
              <a:defRPr lang="ko-KR" altLang="en-US" sz="800" kern="1200" baseline="0" dirty="0">
                <a:solidFill>
                  <a:schemeClr val="tx1"/>
                </a:solidFill>
                <a:latin typeface="+mn-lt"/>
                <a:ea typeface="+mn-ea"/>
                <a:cs typeface="+mn-cs"/>
              </a:defRPr>
            </a:lvl1pPr>
          </a:lstStyle>
          <a:p>
            <a:pPr marL="0" lvl="0" indent="0" algn="ctr" defTabSz="768046"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42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7" name="그림 개체 틀 3"/>
          <p:cNvSpPr>
            <a:spLocks noGrp="1"/>
          </p:cNvSpPr>
          <p:nvPr>
            <p:ph type="pic" sz="quarter" idx="26" hasCustomPrompt="1"/>
          </p:nvPr>
        </p:nvSpPr>
        <p:spPr>
          <a:xfrm>
            <a:off x="3462351" y="1049227"/>
            <a:ext cx="4860633" cy="3522517"/>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88018" indent="-288018" algn="ctr">
              <a:buNone/>
              <a:defRPr lang="ko-KR" altLang="en-US" sz="800" kern="1200" baseline="0" dirty="0">
                <a:solidFill>
                  <a:schemeClr val="tx1"/>
                </a:solidFill>
                <a:latin typeface="+mn-lt"/>
                <a:ea typeface="+mn-ea"/>
                <a:cs typeface="+mn-cs"/>
              </a:defRPr>
            </a:lvl1pPr>
          </a:lstStyle>
          <a:p>
            <a:pPr marL="0" lvl="0" indent="0" algn="ctr" defTabSz="768046" rtl="0" eaLnBrk="1" latinLnBrk="1" hangingPunct="1">
              <a:spcBef>
                <a:spcPct val="20000"/>
              </a:spcBef>
            </a:pPr>
            <a:r>
              <a:rPr lang="en-US" altLang="ko-KR" dirty="0"/>
              <a:t>Insert Image</a:t>
            </a:r>
            <a:endParaRPr lang="ko-KR" altLang="en-US" dirty="0"/>
          </a:p>
        </p:txBody>
      </p:sp>
      <p:sp>
        <p:nvSpPr>
          <p:cNvPr id="6" name="Rectangle 1"/>
          <p:cNvSpPr/>
          <p:nvPr userDrawn="1"/>
        </p:nvSpPr>
        <p:spPr>
          <a:xfrm>
            <a:off x="3462351" y="4571743"/>
            <a:ext cx="4860633" cy="1571272"/>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6786" tIns="38393" rIns="76786" bIns="38393" rtlCol="0" anchor="ctr"/>
          <a:lstStyle/>
          <a:p>
            <a:pPr algn="ctr"/>
            <a:endParaRPr lang="id-ID"/>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22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3203228" y="0"/>
            <a:ext cx="5940773"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15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3339533" y="0"/>
            <a:ext cx="5804466"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bg1">
                    <a:lumMod val="65000"/>
                  </a:schemeClr>
                </a:solidFill>
                <a:cs typeface="Arial" pitchFamily="34" charset="0"/>
              </a:rPr>
              <a:t>© Copyright Company</a:t>
            </a:r>
            <a:r>
              <a:rPr lang="en-US" sz="800" baseline="0" dirty="0">
                <a:solidFill>
                  <a:schemeClr val="bg1">
                    <a:lumMod val="65000"/>
                  </a:schemeClr>
                </a:solidFill>
                <a:cs typeface="Arial" pitchFamily="34" charset="0"/>
              </a:rPr>
              <a:t> Name</a:t>
            </a:r>
            <a:r>
              <a:rPr lang="en-US" sz="800" dirty="0">
                <a:solidFill>
                  <a:schemeClr val="bg1">
                    <a:lumMod val="65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14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2"/>
                </a:solidFill>
                <a:cs typeface="Arial" pitchFamily="34" charset="0"/>
              </a:rPr>
              <a:t>© Copyright Company</a:t>
            </a:r>
            <a:r>
              <a:rPr lang="en-US" sz="800" baseline="0" dirty="0">
                <a:solidFill>
                  <a:schemeClr val="tx2"/>
                </a:solidFill>
                <a:cs typeface="Arial" pitchFamily="34" charset="0"/>
              </a:rPr>
              <a:t> Name</a:t>
            </a:r>
            <a:r>
              <a:rPr lang="en-US" sz="800" dirty="0">
                <a:solidFill>
                  <a:schemeClr val="tx2"/>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bg1">
                    <a:lumMod val="65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bg1">
                    <a:lumMod val="65000"/>
                  </a:schemeClr>
                </a:solidFill>
                <a:latin typeface="+mn-lt"/>
              </a:rPr>
              <a:pPr algn="ctr" eaLnBrk="1" hangingPunct="1">
                <a:defRPr/>
              </a:pPr>
              <a:t>‹#›</a:t>
            </a:fld>
            <a:endParaRPr lang="en-GB" sz="800" dirty="0">
              <a:solidFill>
                <a:schemeClr val="bg1">
                  <a:lumMod val="65000"/>
                </a:schemeClr>
              </a:solidFill>
              <a:latin typeface="+mn-lt"/>
            </a:endParaRPr>
          </a:p>
        </p:txBody>
      </p:sp>
      <p:sp>
        <p:nvSpPr>
          <p:cNvPr id="7" name="그림 개체 틀 3"/>
          <p:cNvSpPr>
            <a:spLocks noGrp="1"/>
          </p:cNvSpPr>
          <p:nvPr>
            <p:ph type="pic" sz="quarter" idx="26" hasCustomPrompt="1"/>
          </p:nvPr>
        </p:nvSpPr>
        <p:spPr>
          <a:xfrm>
            <a:off x="1" y="0"/>
            <a:ext cx="5804466"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55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3393120" y="0"/>
            <a:ext cx="5750881"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57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4013332" y="0"/>
            <a:ext cx="5130668"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39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5768562" y="0"/>
            <a:ext cx="3375439"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41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7" name="Picture Placeholder 7"/>
          <p:cNvSpPr>
            <a:spLocks noGrp="1"/>
          </p:cNvSpPr>
          <p:nvPr>
            <p:ph type="pic" sz="quarter" idx="12" hasCustomPrompt="1"/>
          </p:nvPr>
        </p:nvSpPr>
        <p:spPr>
          <a:xfrm>
            <a:off x="5305981" y="0"/>
            <a:ext cx="3838021" cy="6858000"/>
          </a:xfrm>
          <a:custGeom>
            <a:avLst/>
            <a:gdLst>
              <a:gd name="connsiteX0" fmla="*/ 1551265 w 5117361"/>
              <a:gd name="connsiteY0" fmla="*/ 0 h 6858000"/>
              <a:gd name="connsiteX1" fmla="*/ 5117361 w 5117361"/>
              <a:gd name="connsiteY1" fmla="*/ 0 h 6858000"/>
              <a:gd name="connsiteX2" fmla="*/ 5117361 w 5117361"/>
              <a:gd name="connsiteY2" fmla="*/ 6858000 h 6858000"/>
              <a:gd name="connsiteX3" fmla="*/ 1551265 w 5117361"/>
              <a:gd name="connsiteY3" fmla="*/ 6858000 h 6858000"/>
              <a:gd name="connsiteX4" fmla="*/ 1496804 w 5117361"/>
              <a:gd name="connsiteY4" fmla="*/ 6810825 h 6858000"/>
              <a:gd name="connsiteX5" fmla="*/ 0 w 5117361"/>
              <a:gd name="connsiteY5" fmla="*/ 3429000 h 6858000"/>
              <a:gd name="connsiteX6" fmla="*/ 1496804 w 5117361"/>
              <a:gd name="connsiteY6" fmla="*/ 4717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17361" h="6858000">
                <a:moveTo>
                  <a:pt x="1551265" y="0"/>
                </a:moveTo>
                <a:lnTo>
                  <a:pt x="5117361" y="0"/>
                </a:lnTo>
                <a:lnTo>
                  <a:pt x="5117361" y="6858000"/>
                </a:lnTo>
                <a:lnTo>
                  <a:pt x="1551265" y="6858000"/>
                </a:lnTo>
                <a:lnTo>
                  <a:pt x="1496804" y="6810825"/>
                </a:lnTo>
                <a:cubicBezTo>
                  <a:pt x="577286" y="5975085"/>
                  <a:pt x="0" y="4769459"/>
                  <a:pt x="0" y="3429000"/>
                </a:cubicBezTo>
                <a:cubicBezTo>
                  <a:pt x="0" y="2088542"/>
                  <a:pt x="577286" y="882916"/>
                  <a:pt x="1496804" y="47175"/>
                </a:cubicBezTo>
                <a:close/>
              </a:path>
            </a:pathLst>
          </a:cu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vert="horz" lIns="102380" tIns="51189" rIns="102380" bIns="51189" rtlCol="0" anchor="ctr">
            <a:normAutofit/>
          </a:bodyPr>
          <a:lstStyle>
            <a:lvl1pPr marL="0" marR="0" indent="0" algn="ctr" defTabSz="768046" rtl="0" eaLnBrk="1" fontAlgn="auto" latinLnBrk="1" hangingPunct="1">
              <a:lnSpc>
                <a:spcPct val="100000"/>
              </a:lnSpc>
              <a:spcBef>
                <a:spcPct val="20000"/>
              </a:spcBef>
              <a:spcAft>
                <a:spcPts val="0"/>
              </a:spcAft>
              <a:buClrTx/>
              <a:buSzTx/>
              <a:buFont typeface="Arial" pitchFamily="34" charset="0"/>
              <a:buNone/>
              <a:tabLst/>
              <a:defRPr lang="en-US" altLang="ko-KR" sz="800" kern="1200" baseline="0">
                <a:solidFill>
                  <a:schemeClr val="tx1"/>
                </a:solidFill>
                <a:latin typeface="+mn-lt"/>
                <a:ea typeface="+mn-ea"/>
                <a:cs typeface="+mn-cs"/>
              </a:defRPr>
            </a:lvl1pPr>
          </a:lstStyle>
          <a:p>
            <a:pPr marL="0" marR="0" lvl="0" indent="0" algn="ctr" defTabSz="768046"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43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6" name="그림 개체 틀 3"/>
          <p:cNvSpPr>
            <a:spLocks noGrp="1"/>
          </p:cNvSpPr>
          <p:nvPr>
            <p:ph type="pic" sz="quarter" idx="26" hasCustomPrompt="1"/>
          </p:nvPr>
        </p:nvSpPr>
        <p:spPr>
          <a:xfrm>
            <a:off x="305" y="2714787"/>
            <a:ext cx="9143390" cy="1928379"/>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88018" indent="-288018" algn="ctr">
              <a:buNone/>
              <a:defRPr lang="ko-KR" altLang="en-US" sz="800" kern="1200" baseline="0" dirty="0">
                <a:solidFill>
                  <a:schemeClr val="tx1"/>
                </a:solidFill>
                <a:latin typeface="+mn-lt"/>
                <a:ea typeface="+mn-ea"/>
                <a:cs typeface="+mn-cs"/>
              </a:defRPr>
            </a:lvl1pPr>
          </a:lstStyle>
          <a:p>
            <a:pPr marL="0" lvl="0" indent="0" algn="ctr" defTabSz="768046"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94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6" name="그림 개체 틀 3"/>
          <p:cNvSpPr>
            <a:spLocks noGrp="1"/>
          </p:cNvSpPr>
          <p:nvPr>
            <p:ph type="pic" sz="quarter" idx="26" hasCustomPrompt="1"/>
          </p:nvPr>
        </p:nvSpPr>
        <p:spPr>
          <a:xfrm>
            <a:off x="305" y="0"/>
            <a:ext cx="9143390" cy="3000471"/>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88018" indent="-288018" algn="ctr">
              <a:buNone/>
              <a:defRPr lang="ko-KR" altLang="en-US" sz="800" kern="1200" baseline="0" dirty="0">
                <a:solidFill>
                  <a:schemeClr val="tx1"/>
                </a:solidFill>
                <a:latin typeface="+mn-lt"/>
                <a:ea typeface="+mn-ea"/>
                <a:cs typeface="+mn-cs"/>
              </a:defRPr>
            </a:lvl1pPr>
          </a:lstStyle>
          <a:p>
            <a:pPr marL="0" lvl="0" indent="0" algn="ctr" defTabSz="768046"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95_Content Slide">
    <p:spTree>
      <p:nvGrpSpPr>
        <p:cNvPr id="1" name=""/>
        <p:cNvGrpSpPr/>
        <p:nvPr/>
      </p:nvGrpSpPr>
      <p:grpSpPr>
        <a:xfrm>
          <a:off x="0" y="0"/>
          <a:ext cx="0" cy="0"/>
          <a:chOff x="0" y="0"/>
          <a:chExt cx="0" cy="0"/>
        </a:xfrm>
      </p:grpSpPr>
      <p:sp>
        <p:nvSpPr>
          <p:cNvPr id="6" name="그림 개체 틀 3"/>
          <p:cNvSpPr>
            <a:spLocks noGrp="1"/>
          </p:cNvSpPr>
          <p:nvPr>
            <p:ph type="pic" sz="quarter" idx="26" hasCustomPrompt="1"/>
          </p:nvPr>
        </p:nvSpPr>
        <p:spPr>
          <a:xfrm>
            <a:off x="305" y="3857530"/>
            <a:ext cx="9143390" cy="3000471"/>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88018" indent="-288018" algn="ctr">
              <a:buNone/>
              <a:defRPr lang="ko-KR" altLang="en-US" sz="800" kern="1200" baseline="0" dirty="0">
                <a:solidFill>
                  <a:schemeClr val="tx1"/>
                </a:solidFill>
                <a:latin typeface="+mn-lt"/>
                <a:ea typeface="+mn-ea"/>
                <a:cs typeface="+mn-cs"/>
              </a:defRPr>
            </a:lvl1pPr>
          </a:lstStyle>
          <a:p>
            <a:pPr marL="0" lvl="0" indent="0" algn="ctr" defTabSz="768046"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44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3221825" y="1089542"/>
            <a:ext cx="2700351" cy="4678917"/>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52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3586385" y="1286357"/>
            <a:ext cx="2700351" cy="4678917"/>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5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7" name="그림 개체 틀 3"/>
          <p:cNvSpPr>
            <a:spLocks noGrp="1"/>
          </p:cNvSpPr>
          <p:nvPr>
            <p:ph type="pic" sz="quarter" idx="26" hasCustomPrompt="1"/>
          </p:nvPr>
        </p:nvSpPr>
        <p:spPr>
          <a:xfrm>
            <a:off x="0" y="2643365"/>
            <a:ext cx="4642819" cy="2951317"/>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88018" indent="-288018" algn="ctr">
              <a:buNone/>
              <a:defRPr lang="ko-KR" altLang="en-US" sz="800" kern="1200" baseline="0" dirty="0">
                <a:solidFill>
                  <a:schemeClr val="tx1"/>
                </a:solidFill>
                <a:latin typeface="+mn-lt"/>
                <a:ea typeface="+mn-ea"/>
                <a:cs typeface="+mn-cs"/>
              </a:defRPr>
            </a:lvl1pPr>
          </a:lstStyle>
          <a:p>
            <a:pPr marL="0" lvl="0" indent="0" algn="ctr" defTabSz="768046"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46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0" y="0"/>
            <a:ext cx="3915510"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53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1" y="0"/>
            <a:ext cx="3607461"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51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3500737" y="0"/>
            <a:ext cx="3375439"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116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6" name="그림 개체 틀 3"/>
          <p:cNvSpPr>
            <a:spLocks noGrp="1"/>
          </p:cNvSpPr>
          <p:nvPr>
            <p:ph type="pic" sz="quarter" idx="27" hasCustomPrompt="1"/>
          </p:nvPr>
        </p:nvSpPr>
        <p:spPr>
          <a:xfrm>
            <a:off x="706701" y="866575"/>
            <a:ext cx="3858154" cy="5124851"/>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88018" indent="-288018" algn="ctr">
              <a:buNone/>
              <a:defRPr lang="ko-KR" altLang="en-US" sz="800" kern="1200" baseline="0" dirty="0">
                <a:solidFill>
                  <a:schemeClr val="tx1"/>
                </a:solidFill>
                <a:latin typeface="+mn-lt"/>
                <a:ea typeface="+mn-ea"/>
                <a:cs typeface="+mn-cs"/>
              </a:defRPr>
            </a:lvl1pPr>
          </a:lstStyle>
          <a:p>
            <a:pPr marL="0" lvl="0" indent="0" algn="ctr" defTabSz="768046"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47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3982560" y="1286356"/>
            <a:ext cx="4320562" cy="2642594"/>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100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3982560" y="3429000"/>
            <a:ext cx="4320562" cy="2642594"/>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48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1571214" y="1089543"/>
            <a:ext cx="2700351" cy="5038833"/>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50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5729804" y="1586921"/>
            <a:ext cx="2700351" cy="4498958"/>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58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1" y="0"/>
            <a:ext cx="4860633"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bg1">
                    <a:lumMod val="65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bg1">
                    <a:lumMod val="65000"/>
                  </a:schemeClr>
                </a:solidFill>
                <a:latin typeface="+mn-lt"/>
              </a:rPr>
              <a:pPr algn="ctr" eaLnBrk="1" hangingPunct="1">
                <a:defRPr/>
              </a:pPr>
              <a:t>‹#›</a:t>
            </a:fld>
            <a:endParaRPr lang="en-GB" sz="800" dirty="0">
              <a:solidFill>
                <a:schemeClr val="bg1">
                  <a:lumMod val="65000"/>
                </a:schemeClr>
              </a:solidFill>
              <a:latin typeface="+mn-lt"/>
            </a:endParaRPr>
          </a:p>
        </p:txBody>
      </p:sp>
    </p:spTree>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59_Content Slide">
    <p:spTree>
      <p:nvGrpSpPr>
        <p:cNvPr id="1" name=""/>
        <p:cNvGrpSpPr/>
        <p:nvPr/>
      </p:nvGrpSpPr>
      <p:grpSpPr>
        <a:xfrm>
          <a:off x="0" y="0"/>
          <a:ext cx="0" cy="0"/>
          <a:chOff x="0" y="0"/>
          <a:chExt cx="0" cy="0"/>
        </a:xfrm>
      </p:grpSpPr>
      <p:sp>
        <p:nvSpPr>
          <p:cNvPr id="7" name="Rectangle 2"/>
          <p:cNvSpPr/>
          <p:nvPr userDrawn="1"/>
        </p:nvSpPr>
        <p:spPr>
          <a:xfrm>
            <a:off x="1" y="1"/>
            <a:ext cx="2910850" cy="6858000"/>
          </a:xfrm>
          <a:prstGeom prst="rect">
            <a:avLst/>
          </a:prstGeom>
          <a:solidFill>
            <a:srgbClr val="2C2C2D"/>
          </a:solidFill>
          <a:ln>
            <a:noFill/>
          </a:ln>
        </p:spPr>
        <p:style>
          <a:lnRef idx="2">
            <a:schemeClr val="accent1">
              <a:shade val="50000"/>
            </a:schemeClr>
          </a:lnRef>
          <a:fillRef idx="1">
            <a:schemeClr val="accent1"/>
          </a:fillRef>
          <a:effectRef idx="0">
            <a:schemeClr val="accent1"/>
          </a:effectRef>
          <a:fontRef idx="minor">
            <a:schemeClr val="lt1"/>
          </a:fontRef>
        </p:style>
        <p:txBody>
          <a:bodyPr lIns="76786" tIns="38393" rIns="76786" bIns="38393" rtlCol="0" anchor="ctr"/>
          <a:lstStyle/>
          <a:p>
            <a:pPr algn="ctr"/>
            <a:endParaRPr lang="en-US" dirty="0">
              <a:latin typeface="+mn-lt"/>
            </a:endParaRPr>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bg1">
                    <a:lumMod val="65000"/>
                  </a:schemeClr>
                </a:solidFill>
                <a:cs typeface="Arial" pitchFamily="34" charset="0"/>
              </a:rPr>
              <a:t>© Copyright Company</a:t>
            </a:r>
            <a:r>
              <a:rPr lang="en-US" sz="800" baseline="0" dirty="0">
                <a:solidFill>
                  <a:schemeClr val="bg1">
                    <a:lumMod val="65000"/>
                  </a:schemeClr>
                </a:solidFill>
                <a:cs typeface="Arial" pitchFamily="34" charset="0"/>
              </a:rPr>
              <a:t> Name</a:t>
            </a:r>
            <a:r>
              <a:rPr lang="en-US" sz="800" dirty="0">
                <a:solidFill>
                  <a:schemeClr val="bg1">
                    <a:lumMod val="65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12" name="그림 개체 틀 3"/>
          <p:cNvSpPr>
            <a:spLocks noGrp="1"/>
          </p:cNvSpPr>
          <p:nvPr>
            <p:ph type="pic" sz="quarter" idx="26" hasCustomPrompt="1"/>
          </p:nvPr>
        </p:nvSpPr>
        <p:spPr>
          <a:xfrm>
            <a:off x="2884281" y="0"/>
            <a:ext cx="3375439"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60_Content Slide">
    <p:spTree>
      <p:nvGrpSpPr>
        <p:cNvPr id="1" name=""/>
        <p:cNvGrpSpPr/>
        <p:nvPr/>
      </p:nvGrpSpPr>
      <p:grpSpPr>
        <a:xfrm>
          <a:off x="0" y="0"/>
          <a:ext cx="0" cy="0"/>
          <a:chOff x="0" y="0"/>
          <a:chExt cx="0" cy="0"/>
        </a:xfrm>
      </p:grpSpPr>
      <p:sp>
        <p:nvSpPr>
          <p:cNvPr id="7" name="Rectangle 2"/>
          <p:cNvSpPr/>
          <p:nvPr userDrawn="1"/>
        </p:nvSpPr>
        <p:spPr>
          <a:xfrm>
            <a:off x="6233150" y="1"/>
            <a:ext cx="2910850" cy="6858000"/>
          </a:xfrm>
          <a:prstGeom prst="rect">
            <a:avLst/>
          </a:prstGeom>
          <a:solidFill>
            <a:srgbClr val="2C2C2D"/>
          </a:solidFill>
          <a:ln>
            <a:noFill/>
          </a:ln>
        </p:spPr>
        <p:style>
          <a:lnRef idx="2">
            <a:schemeClr val="accent1">
              <a:shade val="50000"/>
            </a:schemeClr>
          </a:lnRef>
          <a:fillRef idx="1">
            <a:schemeClr val="accent1"/>
          </a:fillRef>
          <a:effectRef idx="0">
            <a:schemeClr val="accent1"/>
          </a:effectRef>
          <a:fontRef idx="minor">
            <a:schemeClr val="lt1"/>
          </a:fontRef>
        </p:style>
        <p:txBody>
          <a:bodyPr lIns="76786" tIns="38393" rIns="76786" bIns="38393" rtlCol="0" anchor="ctr"/>
          <a:lstStyle/>
          <a:p>
            <a:pPr algn="ctr"/>
            <a:endParaRPr lang="en-US" dirty="0">
              <a:latin typeface="+mn-lt"/>
            </a:endParaRPr>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bg1">
                    <a:lumMod val="65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bg1">
                    <a:lumMod val="65000"/>
                  </a:schemeClr>
                </a:solidFill>
                <a:latin typeface="+mn-lt"/>
              </a:rPr>
              <a:pPr algn="ctr" eaLnBrk="1" hangingPunct="1">
                <a:defRPr/>
              </a:pPr>
              <a:t>‹#›</a:t>
            </a:fld>
            <a:endParaRPr lang="en-GB" sz="800" dirty="0">
              <a:solidFill>
                <a:schemeClr val="bg1">
                  <a:lumMod val="65000"/>
                </a:schemeClr>
              </a:solidFill>
              <a:latin typeface="+mn-lt"/>
            </a:endParaRPr>
          </a:p>
        </p:txBody>
      </p:sp>
      <p:sp>
        <p:nvSpPr>
          <p:cNvPr id="12" name="그림 개체 틀 3"/>
          <p:cNvSpPr>
            <a:spLocks noGrp="1"/>
          </p:cNvSpPr>
          <p:nvPr>
            <p:ph type="pic" sz="quarter" idx="26" hasCustomPrompt="1"/>
          </p:nvPr>
        </p:nvSpPr>
        <p:spPr>
          <a:xfrm>
            <a:off x="2884281" y="0"/>
            <a:ext cx="3375439"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61_Content Slide">
    <p:spTree>
      <p:nvGrpSpPr>
        <p:cNvPr id="1" name=""/>
        <p:cNvGrpSpPr/>
        <p:nvPr/>
      </p:nvGrpSpPr>
      <p:grpSpPr>
        <a:xfrm>
          <a:off x="0" y="0"/>
          <a:ext cx="0" cy="0"/>
          <a:chOff x="0" y="0"/>
          <a:chExt cx="0" cy="0"/>
        </a:xfrm>
      </p:grpSpPr>
      <p:sp>
        <p:nvSpPr>
          <p:cNvPr id="7" name="Rectangle 2"/>
          <p:cNvSpPr/>
          <p:nvPr userDrawn="1"/>
        </p:nvSpPr>
        <p:spPr>
          <a:xfrm>
            <a:off x="2889416" y="1"/>
            <a:ext cx="2910850" cy="6858000"/>
          </a:xfrm>
          <a:prstGeom prst="rect">
            <a:avLst/>
          </a:prstGeom>
          <a:solidFill>
            <a:srgbClr val="2C2C2D"/>
          </a:solidFill>
          <a:ln>
            <a:noFill/>
          </a:ln>
        </p:spPr>
        <p:style>
          <a:lnRef idx="2">
            <a:schemeClr val="accent1">
              <a:shade val="50000"/>
            </a:schemeClr>
          </a:lnRef>
          <a:fillRef idx="1">
            <a:schemeClr val="accent1"/>
          </a:fillRef>
          <a:effectRef idx="0">
            <a:schemeClr val="accent1"/>
          </a:effectRef>
          <a:fontRef idx="minor">
            <a:schemeClr val="lt1"/>
          </a:fontRef>
        </p:style>
        <p:txBody>
          <a:bodyPr lIns="76786" tIns="38393" rIns="76786" bIns="38393" rtlCol="0" anchor="ctr"/>
          <a:lstStyle/>
          <a:p>
            <a:pPr algn="ctr"/>
            <a:endParaRPr lang="en-US" dirty="0">
              <a:latin typeface="+mn-lt"/>
            </a:endParaRPr>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2" name="그림 개체 틀 3"/>
          <p:cNvSpPr>
            <a:spLocks noGrp="1"/>
          </p:cNvSpPr>
          <p:nvPr>
            <p:ph type="pic" sz="quarter" idx="26" hasCustomPrompt="1"/>
          </p:nvPr>
        </p:nvSpPr>
        <p:spPr>
          <a:xfrm>
            <a:off x="5768562" y="0"/>
            <a:ext cx="3375439"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64_Content Slide">
    <p:spTree>
      <p:nvGrpSpPr>
        <p:cNvPr id="1" name=""/>
        <p:cNvGrpSpPr/>
        <p:nvPr/>
      </p:nvGrpSpPr>
      <p:grpSpPr>
        <a:xfrm>
          <a:off x="0" y="0"/>
          <a:ext cx="0" cy="0"/>
          <a:chOff x="0" y="0"/>
          <a:chExt cx="0" cy="0"/>
        </a:xfrm>
      </p:grpSpPr>
      <p:sp>
        <p:nvSpPr>
          <p:cNvPr id="7" name="Rectangle 2"/>
          <p:cNvSpPr/>
          <p:nvPr userDrawn="1"/>
        </p:nvSpPr>
        <p:spPr>
          <a:xfrm>
            <a:off x="4572306" y="1"/>
            <a:ext cx="4571695" cy="6858000"/>
          </a:xfrm>
          <a:prstGeom prst="rect">
            <a:avLst/>
          </a:prstGeom>
          <a:solidFill>
            <a:srgbClr val="2C2C2D"/>
          </a:solidFill>
          <a:ln>
            <a:noFill/>
          </a:ln>
        </p:spPr>
        <p:style>
          <a:lnRef idx="2">
            <a:schemeClr val="accent1">
              <a:shade val="50000"/>
            </a:schemeClr>
          </a:lnRef>
          <a:fillRef idx="1">
            <a:schemeClr val="accent1"/>
          </a:fillRef>
          <a:effectRef idx="0">
            <a:schemeClr val="accent1"/>
          </a:effectRef>
          <a:fontRef idx="minor">
            <a:schemeClr val="lt1"/>
          </a:fontRef>
        </p:style>
        <p:txBody>
          <a:bodyPr lIns="76786" tIns="38393" rIns="76786" bIns="38393" rtlCol="0" anchor="ctr"/>
          <a:lstStyle/>
          <a:p>
            <a:pPr algn="ctr"/>
            <a:endParaRPr lang="en-US" dirty="0">
              <a:latin typeface="+mn-lt"/>
            </a:endParaRPr>
          </a:p>
        </p:txBody>
      </p:sp>
      <p:sp>
        <p:nvSpPr>
          <p:cNvPr id="8" name="그림 개체 틀 3"/>
          <p:cNvSpPr>
            <a:spLocks noGrp="1"/>
          </p:cNvSpPr>
          <p:nvPr>
            <p:ph type="pic" sz="quarter" idx="26" hasCustomPrompt="1"/>
          </p:nvPr>
        </p:nvSpPr>
        <p:spPr>
          <a:xfrm>
            <a:off x="1" y="1"/>
            <a:ext cx="4571695" cy="3433605"/>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2"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bg1">
                    <a:lumMod val="65000"/>
                  </a:schemeClr>
                </a:solidFill>
              </a:rPr>
              <a:t>Presentation title in footer</a:t>
            </a:r>
          </a:p>
        </p:txBody>
      </p:sp>
      <p:sp>
        <p:nvSpPr>
          <p:cNvPr id="13"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bg1">
                    <a:lumMod val="65000"/>
                  </a:schemeClr>
                </a:solidFill>
                <a:latin typeface="+mn-lt"/>
              </a:rPr>
              <a:pPr algn="ctr" eaLnBrk="1" hangingPunct="1">
                <a:defRPr/>
              </a:pPr>
              <a:t>‹#›</a:t>
            </a:fld>
            <a:endParaRPr lang="en-GB" sz="800" dirty="0">
              <a:solidFill>
                <a:schemeClr val="bg1">
                  <a:lumMod val="65000"/>
                </a:schemeClr>
              </a:solidFill>
              <a:latin typeface="+mn-lt"/>
            </a:endParaRPr>
          </a:p>
        </p:txBody>
      </p:sp>
    </p:spTree>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62_Content Slide">
    <p:spTree>
      <p:nvGrpSpPr>
        <p:cNvPr id="1" name=""/>
        <p:cNvGrpSpPr/>
        <p:nvPr/>
      </p:nvGrpSpPr>
      <p:grpSpPr>
        <a:xfrm>
          <a:off x="0" y="0"/>
          <a:ext cx="0" cy="0"/>
          <a:chOff x="0" y="0"/>
          <a:chExt cx="0" cy="0"/>
        </a:xfrm>
      </p:grpSpPr>
      <p:sp>
        <p:nvSpPr>
          <p:cNvPr id="7" name="Rectangle 2"/>
          <p:cNvSpPr/>
          <p:nvPr userDrawn="1"/>
        </p:nvSpPr>
        <p:spPr>
          <a:xfrm>
            <a:off x="1" y="1"/>
            <a:ext cx="4571695" cy="6858000"/>
          </a:xfrm>
          <a:prstGeom prst="rect">
            <a:avLst/>
          </a:prstGeom>
          <a:solidFill>
            <a:srgbClr val="2C2C2D"/>
          </a:solidFill>
          <a:ln>
            <a:noFill/>
          </a:ln>
        </p:spPr>
        <p:style>
          <a:lnRef idx="2">
            <a:schemeClr val="accent1">
              <a:shade val="50000"/>
            </a:schemeClr>
          </a:lnRef>
          <a:fillRef idx="1">
            <a:schemeClr val="accent1"/>
          </a:fillRef>
          <a:effectRef idx="0">
            <a:schemeClr val="accent1"/>
          </a:effectRef>
          <a:fontRef idx="minor">
            <a:schemeClr val="lt1"/>
          </a:fontRef>
        </p:style>
        <p:txBody>
          <a:bodyPr lIns="76786" tIns="38393" rIns="76786" bIns="38393" rtlCol="0" anchor="ctr"/>
          <a:lstStyle/>
          <a:p>
            <a:pPr algn="ctr"/>
            <a:endParaRPr lang="en-US" dirty="0">
              <a:latin typeface="+mn-lt"/>
            </a:endParaRPr>
          </a:p>
        </p:txBody>
      </p:sp>
      <p:sp>
        <p:nvSpPr>
          <p:cNvPr id="8" name="그림 개체 틀 3"/>
          <p:cNvSpPr>
            <a:spLocks noGrp="1"/>
          </p:cNvSpPr>
          <p:nvPr>
            <p:ph type="pic" sz="quarter" idx="26" hasCustomPrompt="1"/>
          </p:nvPr>
        </p:nvSpPr>
        <p:spPr>
          <a:xfrm>
            <a:off x="4572306" y="1"/>
            <a:ext cx="4571695" cy="3433605"/>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bg1">
                    <a:lumMod val="65000"/>
                  </a:schemeClr>
                </a:solidFill>
                <a:cs typeface="Arial" pitchFamily="34" charset="0"/>
              </a:rPr>
              <a:t>© Copyright Company</a:t>
            </a:r>
            <a:r>
              <a:rPr lang="en-US" sz="800" baseline="0" dirty="0">
                <a:solidFill>
                  <a:schemeClr val="bg1">
                    <a:lumMod val="65000"/>
                  </a:schemeClr>
                </a:solidFill>
                <a:cs typeface="Arial" pitchFamily="34" charset="0"/>
              </a:rPr>
              <a:t> Name</a:t>
            </a:r>
            <a:r>
              <a:rPr lang="en-US" sz="800" dirty="0">
                <a:solidFill>
                  <a:schemeClr val="bg1">
                    <a:lumMod val="65000"/>
                  </a:schemeClr>
                </a:solidFill>
                <a:cs typeface="Arial" pitchFamily="34" charset="0"/>
              </a:rPr>
              <a:t> </a:t>
            </a:r>
          </a:p>
        </p:txBody>
      </p:sp>
      <p:sp>
        <p:nvSpPr>
          <p:cNvPr id="12"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3"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63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15" name="Picture Placeholder 7"/>
          <p:cNvSpPr>
            <a:spLocks noGrp="1"/>
          </p:cNvSpPr>
          <p:nvPr>
            <p:ph type="pic" sz="quarter" idx="12" hasCustomPrompt="1"/>
          </p:nvPr>
        </p:nvSpPr>
        <p:spPr>
          <a:xfrm>
            <a:off x="3321024" y="1357298"/>
            <a:ext cx="4680000" cy="4680000"/>
          </a:xfrm>
          <a:prstGeom prst="ellipse">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vert="horz" lIns="102380" tIns="51189" rIns="102380" bIns="51189" rtlCol="0" anchor="ctr">
            <a:normAutofit/>
          </a:bodyPr>
          <a:lstStyle>
            <a:lvl1pPr marL="0" marR="0" indent="0" algn="ctr" defTabSz="1024037" rtl="0" eaLnBrk="1" fontAlgn="auto" latinLnBrk="1" hangingPunct="1">
              <a:lnSpc>
                <a:spcPct val="100000"/>
              </a:lnSpc>
              <a:spcBef>
                <a:spcPct val="20000"/>
              </a:spcBef>
              <a:spcAft>
                <a:spcPts val="0"/>
              </a:spcAft>
              <a:buClrTx/>
              <a:buSzTx/>
              <a:buFont typeface="Arial" pitchFamily="34" charset="0"/>
              <a:buNone/>
              <a:tabLst/>
              <a:defRPr lang="en-US" altLang="ko-KR" sz="800" kern="1200" baseline="0">
                <a:solidFill>
                  <a:schemeClr val="tx1"/>
                </a:solidFill>
                <a:latin typeface="+mn-lt"/>
                <a:ea typeface="+mn-ea"/>
                <a:cs typeface="+mn-cs"/>
              </a:defRPr>
            </a:lvl1pPr>
          </a:lstStyle>
          <a:p>
            <a:pPr marL="0" marR="0" lvl="0" indent="0" algn="ctr" defTabSz="1024037"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Tree>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65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610" y="3424395"/>
            <a:ext cx="9143390" cy="3433605"/>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2"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3"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Tree>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66_Content Slide">
    <p:spTree>
      <p:nvGrpSpPr>
        <p:cNvPr id="1" name=""/>
        <p:cNvGrpSpPr/>
        <p:nvPr/>
      </p:nvGrpSpPr>
      <p:grpSpPr>
        <a:xfrm>
          <a:off x="0" y="0"/>
          <a:ext cx="0" cy="0"/>
          <a:chOff x="0" y="0"/>
          <a:chExt cx="0" cy="0"/>
        </a:xfrm>
      </p:grpSpPr>
      <p:sp>
        <p:nvSpPr>
          <p:cNvPr id="6" name="Rectangle 2"/>
          <p:cNvSpPr/>
          <p:nvPr userDrawn="1"/>
        </p:nvSpPr>
        <p:spPr>
          <a:xfrm>
            <a:off x="767432" y="2786207"/>
            <a:ext cx="4769107" cy="1511650"/>
          </a:xfrm>
          <a:prstGeom prst="rect">
            <a:avLst/>
          </a:prstGeom>
          <a:solidFill>
            <a:srgbClr val="2C2C2D"/>
          </a:solidFill>
          <a:ln>
            <a:noFill/>
          </a:ln>
        </p:spPr>
        <p:style>
          <a:lnRef idx="2">
            <a:schemeClr val="accent1">
              <a:shade val="50000"/>
            </a:schemeClr>
          </a:lnRef>
          <a:fillRef idx="1">
            <a:schemeClr val="accent1"/>
          </a:fillRef>
          <a:effectRef idx="0">
            <a:schemeClr val="accent1"/>
          </a:effectRef>
          <a:fontRef idx="minor">
            <a:schemeClr val="lt1"/>
          </a:fontRef>
        </p:style>
        <p:txBody>
          <a:bodyPr lIns="76786" tIns="38393" rIns="76786" bIns="38393" rtlCol="0" anchor="ctr"/>
          <a:lstStyle/>
          <a:p>
            <a:pPr algn="ctr"/>
            <a:endParaRPr lang="en-US" dirty="0">
              <a:latin typeface="+mn-lt"/>
            </a:endParaRPr>
          </a:p>
        </p:txBody>
      </p:sp>
      <p:sp>
        <p:nvSpPr>
          <p:cNvPr id="8" name="그림 개체 틀 3"/>
          <p:cNvSpPr>
            <a:spLocks noGrp="1"/>
          </p:cNvSpPr>
          <p:nvPr>
            <p:ph type="pic" sz="quarter" idx="26" hasCustomPrompt="1"/>
          </p:nvPr>
        </p:nvSpPr>
        <p:spPr>
          <a:xfrm>
            <a:off x="767432" y="1155313"/>
            <a:ext cx="4769107" cy="1630894"/>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7" name="그림 개체 틀 3"/>
          <p:cNvSpPr>
            <a:spLocks noGrp="1"/>
          </p:cNvSpPr>
          <p:nvPr>
            <p:ph type="pic" sz="quarter" idx="27" hasCustomPrompt="1"/>
          </p:nvPr>
        </p:nvSpPr>
        <p:spPr>
          <a:xfrm>
            <a:off x="767432" y="4297857"/>
            <a:ext cx="4769107" cy="1630894"/>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67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6" name="그림 개체 틀 3"/>
          <p:cNvSpPr>
            <a:spLocks noGrp="1"/>
          </p:cNvSpPr>
          <p:nvPr>
            <p:ph type="pic" sz="quarter" idx="26" hasCustomPrompt="1"/>
          </p:nvPr>
        </p:nvSpPr>
        <p:spPr>
          <a:xfrm>
            <a:off x="4572306" y="1"/>
            <a:ext cx="4571695" cy="3433605"/>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8" name="그림 개체 틀 3"/>
          <p:cNvSpPr>
            <a:spLocks noGrp="1"/>
          </p:cNvSpPr>
          <p:nvPr>
            <p:ph type="pic" sz="quarter" idx="27" hasCustomPrompt="1"/>
          </p:nvPr>
        </p:nvSpPr>
        <p:spPr>
          <a:xfrm>
            <a:off x="4572306" y="3424395"/>
            <a:ext cx="4571695" cy="3433605"/>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69_Content Slide">
    <p:spTree>
      <p:nvGrpSpPr>
        <p:cNvPr id="1" name=""/>
        <p:cNvGrpSpPr/>
        <p:nvPr/>
      </p:nvGrpSpPr>
      <p:grpSpPr>
        <a:xfrm>
          <a:off x="0" y="0"/>
          <a:ext cx="0" cy="0"/>
          <a:chOff x="0" y="0"/>
          <a:chExt cx="0" cy="0"/>
        </a:xfrm>
      </p:grpSpPr>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6" name="그림 개체 틀 3"/>
          <p:cNvSpPr>
            <a:spLocks noGrp="1"/>
          </p:cNvSpPr>
          <p:nvPr>
            <p:ph type="pic" sz="quarter" idx="26" hasCustomPrompt="1"/>
          </p:nvPr>
        </p:nvSpPr>
        <p:spPr>
          <a:xfrm>
            <a:off x="1" y="1"/>
            <a:ext cx="4571695" cy="3433605"/>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8" name="그림 개체 틀 3"/>
          <p:cNvSpPr>
            <a:spLocks noGrp="1"/>
          </p:cNvSpPr>
          <p:nvPr>
            <p:ph type="pic" sz="quarter" idx="27" hasCustomPrompt="1"/>
          </p:nvPr>
        </p:nvSpPr>
        <p:spPr>
          <a:xfrm>
            <a:off x="1" y="3424395"/>
            <a:ext cx="4571695" cy="3433605"/>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Tree>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68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7" name="그림 개체 틀 3"/>
          <p:cNvSpPr>
            <a:spLocks noGrp="1"/>
          </p:cNvSpPr>
          <p:nvPr>
            <p:ph type="pic" sz="quarter" idx="26" hasCustomPrompt="1"/>
          </p:nvPr>
        </p:nvSpPr>
        <p:spPr>
          <a:xfrm>
            <a:off x="5729804" y="1586921"/>
            <a:ext cx="2700351" cy="4498958"/>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2" name="그림 개체 틀 3"/>
          <p:cNvSpPr>
            <a:spLocks noGrp="1"/>
          </p:cNvSpPr>
          <p:nvPr>
            <p:ph type="pic" sz="quarter" idx="27" hasCustomPrompt="1"/>
          </p:nvPr>
        </p:nvSpPr>
        <p:spPr>
          <a:xfrm>
            <a:off x="4371948" y="0"/>
            <a:ext cx="2700351" cy="3095127"/>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92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8" name="그림 개체 틀 3"/>
          <p:cNvSpPr>
            <a:spLocks noGrp="1"/>
          </p:cNvSpPr>
          <p:nvPr>
            <p:ph type="pic" sz="quarter" idx="27" hasCustomPrompt="1"/>
          </p:nvPr>
        </p:nvSpPr>
        <p:spPr>
          <a:xfrm>
            <a:off x="6011663" y="0"/>
            <a:ext cx="2185974" cy="5643065"/>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3" name="그림 개체 틀 3"/>
          <p:cNvSpPr>
            <a:spLocks noGrp="1"/>
          </p:cNvSpPr>
          <p:nvPr>
            <p:ph type="pic" sz="quarter" idx="28" hasCustomPrompt="1"/>
          </p:nvPr>
        </p:nvSpPr>
        <p:spPr>
          <a:xfrm>
            <a:off x="3779248" y="0"/>
            <a:ext cx="2185974" cy="5643065"/>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07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8" name="그림 개체 틀 3"/>
          <p:cNvSpPr>
            <a:spLocks noGrp="1"/>
          </p:cNvSpPr>
          <p:nvPr>
            <p:ph type="pic" sz="quarter" idx="27" hasCustomPrompt="1"/>
          </p:nvPr>
        </p:nvSpPr>
        <p:spPr>
          <a:xfrm>
            <a:off x="6725510" y="0"/>
            <a:ext cx="2418491"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3" name="그림 개체 틀 3"/>
          <p:cNvSpPr>
            <a:spLocks noGrp="1"/>
          </p:cNvSpPr>
          <p:nvPr>
            <p:ph type="pic" sz="quarter" idx="28" hasCustomPrompt="1"/>
          </p:nvPr>
        </p:nvSpPr>
        <p:spPr>
          <a:xfrm>
            <a:off x="4304074" y="0"/>
            <a:ext cx="2418491"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08_Content Slide">
    <p:spTree>
      <p:nvGrpSpPr>
        <p:cNvPr id="1" name=""/>
        <p:cNvGrpSpPr/>
        <p:nvPr/>
      </p:nvGrpSpPr>
      <p:grpSpPr>
        <a:xfrm>
          <a:off x="0" y="0"/>
          <a:ext cx="0" cy="0"/>
          <a:chOff x="0" y="0"/>
          <a:chExt cx="0" cy="0"/>
        </a:xfrm>
      </p:grpSpPr>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8" name="그림 개체 틀 3"/>
          <p:cNvSpPr>
            <a:spLocks noGrp="1"/>
          </p:cNvSpPr>
          <p:nvPr>
            <p:ph type="pic" sz="quarter" idx="27" hasCustomPrompt="1"/>
          </p:nvPr>
        </p:nvSpPr>
        <p:spPr>
          <a:xfrm>
            <a:off x="2421438" y="0"/>
            <a:ext cx="2418491"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3" name="그림 개체 틀 3"/>
          <p:cNvSpPr>
            <a:spLocks noGrp="1"/>
          </p:cNvSpPr>
          <p:nvPr>
            <p:ph type="pic" sz="quarter" idx="28" hasCustomPrompt="1"/>
          </p:nvPr>
        </p:nvSpPr>
        <p:spPr>
          <a:xfrm>
            <a:off x="1" y="0"/>
            <a:ext cx="2418491"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Tree>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06_Content Slide">
    <p:spTree>
      <p:nvGrpSpPr>
        <p:cNvPr id="1" name=""/>
        <p:cNvGrpSpPr/>
        <p:nvPr/>
      </p:nvGrpSpPr>
      <p:grpSpPr>
        <a:xfrm>
          <a:off x="0" y="0"/>
          <a:ext cx="0" cy="0"/>
          <a:chOff x="0" y="0"/>
          <a:chExt cx="0" cy="0"/>
        </a:xfrm>
      </p:grpSpPr>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7" name="그림 개체 틀 3"/>
          <p:cNvSpPr>
            <a:spLocks noGrp="1"/>
          </p:cNvSpPr>
          <p:nvPr>
            <p:ph type="pic" sz="quarter" idx="26" hasCustomPrompt="1"/>
          </p:nvPr>
        </p:nvSpPr>
        <p:spPr>
          <a:xfrm>
            <a:off x="4572306" y="0"/>
            <a:ext cx="4571695" cy="34272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2" name="그림 개체 틀 3"/>
          <p:cNvSpPr>
            <a:spLocks noGrp="1"/>
          </p:cNvSpPr>
          <p:nvPr>
            <p:ph type="pic" sz="quarter" idx="27" hasCustomPrompt="1"/>
          </p:nvPr>
        </p:nvSpPr>
        <p:spPr>
          <a:xfrm>
            <a:off x="1" y="3430800"/>
            <a:ext cx="4571695" cy="34272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Tree>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10_Content Slide">
    <p:spTree>
      <p:nvGrpSpPr>
        <p:cNvPr id="1" name=""/>
        <p:cNvGrpSpPr/>
        <p:nvPr/>
      </p:nvGrpSpPr>
      <p:grpSpPr>
        <a:xfrm>
          <a:off x="0" y="0"/>
          <a:ext cx="0" cy="0"/>
          <a:chOff x="0" y="0"/>
          <a:chExt cx="0" cy="0"/>
        </a:xfrm>
      </p:grpSpPr>
      <p:sp>
        <p:nvSpPr>
          <p:cNvPr id="7" name="그림 개체 틀 3"/>
          <p:cNvSpPr>
            <a:spLocks noGrp="1"/>
          </p:cNvSpPr>
          <p:nvPr>
            <p:ph type="pic" sz="quarter" idx="26" hasCustomPrompt="1"/>
          </p:nvPr>
        </p:nvSpPr>
        <p:spPr>
          <a:xfrm>
            <a:off x="4572306" y="0"/>
            <a:ext cx="4571695"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2" name="그림 개체 틀 3"/>
          <p:cNvSpPr>
            <a:spLocks noGrp="1"/>
          </p:cNvSpPr>
          <p:nvPr>
            <p:ph type="pic" sz="quarter" idx="27" hasCustomPrompt="1"/>
          </p:nvPr>
        </p:nvSpPr>
        <p:spPr>
          <a:xfrm>
            <a:off x="1" y="0"/>
            <a:ext cx="4571695"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11_Content Slide">
    <p:spTree>
      <p:nvGrpSpPr>
        <p:cNvPr id="1" name=""/>
        <p:cNvGrpSpPr/>
        <p:nvPr/>
      </p:nvGrpSpPr>
      <p:grpSpPr>
        <a:xfrm>
          <a:off x="0" y="0"/>
          <a:ext cx="0" cy="0"/>
          <a:chOff x="0" y="0"/>
          <a:chExt cx="0" cy="0"/>
        </a:xfrm>
      </p:grpSpPr>
      <p:sp>
        <p:nvSpPr>
          <p:cNvPr id="8" name="그림 개체 틀 3"/>
          <p:cNvSpPr>
            <a:spLocks noGrp="1"/>
          </p:cNvSpPr>
          <p:nvPr>
            <p:ph type="pic" sz="quarter" idx="35" hasCustomPrompt="1"/>
          </p:nvPr>
        </p:nvSpPr>
        <p:spPr>
          <a:xfrm>
            <a:off x="6092604" y="0"/>
            <a:ext cx="3051397"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3" name="그림 개체 틀 3"/>
          <p:cNvSpPr>
            <a:spLocks noGrp="1"/>
          </p:cNvSpPr>
          <p:nvPr>
            <p:ph type="pic" sz="quarter" idx="37" hasCustomPrompt="1"/>
          </p:nvPr>
        </p:nvSpPr>
        <p:spPr>
          <a:xfrm>
            <a:off x="3046302" y="0"/>
            <a:ext cx="3051397"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4" name="그림 개체 틀 3"/>
          <p:cNvSpPr>
            <a:spLocks noGrp="1"/>
          </p:cNvSpPr>
          <p:nvPr>
            <p:ph type="pic" sz="quarter" idx="39" hasCustomPrompt="1"/>
          </p:nvPr>
        </p:nvSpPr>
        <p:spPr>
          <a:xfrm>
            <a:off x="1" y="0"/>
            <a:ext cx="3051397"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12_Content Slide">
    <p:spTree>
      <p:nvGrpSpPr>
        <p:cNvPr id="1" name=""/>
        <p:cNvGrpSpPr/>
        <p:nvPr/>
      </p:nvGrpSpPr>
      <p:grpSpPr>
        <a:xfrm>
          <a:off x="0" y="0"/>
          <a:ext cx="0" cy="0"/>
          <a:chOff x="0" y="0"/>
          <a:chExt cx="0" cy="0"/>
        </a:xfrm>
      </p:grpSpPr>
      <p:sp>
        <p:nvSpPr>
          <p:cNvPr id="12" name="그림 개체 틀 3"/>
          <p:cNvSpPr>
            <a:spLocks noGrp="1"/>
          </p:cNvSpPr>
          <p:nvPr>
            <p:ph type="pic" sz="quarter" idx="27" hasCustomPrompt="1"/>
          </p:nvPr>
        </p:nvSpPr>
        <p:spPr>
          <a:xfrm>
            <a:off x="1" y="0"/>
            <a:ext cx="4571695"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8" name="그림 개체 틀 3"/>
          <p:cNvSpPr>
            <a:spLocks noGrp="1"/>
          </p:cNvSpPr>
          <p:nvPr>
            <p:ph type="pic" sz="quarter" idx="26" hasCustomPrompt="1"/>
          </p:nvPr>
        </p:nvSpPr>
        <p:spPr>
          <a:xfrm>
            <a:off x="4572306" y="1"/>
            <a:ext cx="4571695" cy="3433605"/>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3" name="그림 개체 틀 3"/>
          <p:cNvSpPr>
            <a:spLocks noGrp="1"/>
          </p:cNvSpPr>
          <p:nvPr>
            <p:ph type="pic" sz="quarter" idx="28" hasCustomPrompt="1"/>
          </p:nvPr>
        </p:nvSpPr>
        <p:spPr>
          <a:xfrm>
            <a:off x="4572306" y="3424395"/>
            <a:ext cx="4571695" cy="3433605"/>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113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4572306" y="1"/>
            <a:ext cx="4571695" cy="3433605"/>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3" name="그림 개체 틀 3"/>
          <p:cNvSpPr>
            <a:spLocks noGrp="1"/>
          </p:cNvSpPr>
          <p:nvPr>
            <p:ph type="pic" sz="quarter" idx="28" hasCustomPrompt="1"/>
          </p:nvPr>
        </p:nvSpPr>
        <p:spPr>
          <a:xfrm>
            <a:off x="4572306" y="3424395"/>
            <a:ext cx="4571695" cy="3433605"/>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4" name="그림 개체 틀 3"/>
          <p:cNvSpPr>
            <a:spLocks noGrp="1"/>
          </p:cNvSpPr>
          <p:nvPr>
            <p:ph type="pic" sz="quarter" idx="29" hasCustomPrompt="1"/>
          </p:nvPr>
        </p:nvSpPr>
        <p:spPr>
          <a:xfrm>
            <a:off x="1" y="1"/>
            <a:ext cx="4571695" cy="3433605"/>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5" name="그림 개체 틀 3"/>
          <p:cNvSpPr>
            <a:spLocks noGrp="1"/>
          </p:cNvSpPr>
          <p:nvPr>
            <p:ph type="pic" sz="quarter" idx="30" hasCustomPrompt="1"/>
          </p:nvPr>
        </p:nvSpPr>
        <p:spPr>
          <a:xfrm>
            <a:off x="1" y="3424395"/>
            <a:ext cx="4571695" cy="3433605"/>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128_Content Slide">
    <p:spTree>
      <p:nvGrpSpPr>
        <p:cNvPr id="1" name=""/>
        <p:cNvGrpSpPr/>
        <p:nvPr/>
      </p:nvGrpSpPr>
      <p:grpSpPr>
        <a:xfrm>
          <a:off x="0" y="0"/>
          <a:ext cx="0" cy="0"/>
          <a:chOff x="0" y="0"/>
          <a:chExt cx="0" cy="0"/>
        </a:xfrm>
      </p:grpSpPr>
      <p:sp>
        <p:nvSpPr>
          <p:cNvPr id="12" name="그림 개체 틀 3"/>
          <p:cNvSpPr>
            <a:spLocks noGrp="1"/>
          </p:cNvSpPr>
          <p:nvPr>
            <p:ph type="pic" sz="quarter" idx="27" hasCustomPrompt="1"/>
          </p:nvPr>
        </p:nvSpPr>
        <p:spPr>
          <a:xfrm>
            <a:off x="0" y="0"/>
            <a:ext cx="2284497"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4" name="그림 개체 틀 3"/>
          <p:cNvSpPr>
            <a:spLocks noGrp="1"/>
          </p:cNvSpPr>
          <p:nvPr>
            <p:ph type="pic" sz="quarter" idx="28" hasCustomPrompt="1"/>
          </p:nvPr>
        </p:nvSpPr>
        <p:spPr>
          <a:xfrm>
            <a:off x="2286502" y="0"/>
            <a:ext cx="2284497"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5" name="그림 개체 틀 3"/>
          <p:cNvSpPr>
            <a:spLocks noGrp="1"/>
          </p:cNvSpPr>
          <p:nvPr>
            <p:ph type="pic" sz="quarter" idx="29" hasCustomPrompt="1"/>
          </p:nvPr>
        </p:nvSpPr>
        <p:spPr>
          <a:xfrm>
            <a:off x="4573003" y="0"/>
            <a:ext cx="2284497"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6" name="그림 개체 틀 3"/>
          <p:cNvSpPr>
            <a:spLocks noGrp="1"/>
          </p:cNvSpPr>
          <p:nvPr>
            <p:ph type="pic" sz="quarter" idx="30" hasCustomPrompt="1"/>
          </p:nvPr>
        </p:nvSpPr>
        <p:spPr>
          <a:xfrm>
            <a:off x="6859504" y="0"/>
            <a:ext cx="2284497" cy="68580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109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7" name="그림 개체 틀 3"/>
          <p:cNvSpPr>
            <a:spLocks noGrp="1"/>
          </p:cNvSpPr>
          <p:nvPr>
            <p:ph type="pic" sz="quarter" idx="26" hasCustomPrompt="1"/>
          </p:nvPr>
        </p:nvSpPr>
        <p:spPr>
          <a:xfrm>
            <a:off x="4572306" y="2429100"/>
            <a:ext cx="4571695" cy="271939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2" name="그림 개체 틀 3"/>
          <p:cNvSpPr>
            <a:spLocks noGrp="1"/>
          </p:cNvSpPr>
          <p:nvPr>
            <p:ph type="pic" sz="quarter" idx="27" hasCustomPrompt="1"/>
          </p:nvPr>
        </p:nvSpPr>
        <p:spPr>
          <a:xfrm>
            <a:off x="1" y="2429100"/>
            <a:ext cx="4571695" cy="271939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71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767432" y="929249"/>
            <a:ext cx="2700351" cy="515663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6" name="그림 개체 틀 3"/>
          <p:cNvSpPr>
            <a:spLocks noGrp="1"/>
          </p:cNvSpPr>
          <p:nvPr>
            <p:ph type="pic" sz="quarter" idx="27" hasCustomPrompt="1"/>
          </p:nvPr>
        </p:nvSpPr>
        <p:spPr>
          <a:xfrm>
            <a:off x="5733600" y="3429001"/>
            <a:ext cx="2700351" cy="2656879"/>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72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7" name="그림 개체 틀 3"/>
          <p:cNvSpPr>
            <a:spLocks noGrp="1"/>
          </p:cNvSpPr>
          <p:nvPr>
            <p:ph type="pic" sz="quarter" idx="26" hasCustomPrompt="1"/>
          </p:nvPr>
        </p:nvSpPr>
        <p:spPr>
          <a:xfrm>
            <a:off x="5729804" y="1586921"/>
            <a:ext cx="2700351" cy="4498958"/>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2" name="그림 개체 틀 3"/>
          <p:cNvSpPr>
            <a:spLocks noGrp="1"/>
          </p:cNvSpPr>
          <p:nvPr>
            <p:ph type="pic" sz="quarter" idx="27" hasCustomPrompt="1"/>
          </p:nvPr>
        </p:nvSpPr>
        <p:spPr>
          <a:xfrm>
            <a:off x="4371948" y="0"/>
            <a:ext cx="2700351" cy="3095127"/>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73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7" name="그림 개체 틀 3"/>
          <p:cNvSpPr>
            <a:spLocks noGrp="1"/>
          </p:cNvSpPr>
          <p:nvPr>
            <p:ph type="pic" sz="quarter" idx="26" hasCustomPrompt="1"/>
          </p:nvPr>
        </p:nvSpPr>
        <p:spPr>
          <a:xfrm>
            <a:off x="6443650" y="1179521"/>
            <a:ext cx="2700351" cy="4498958"/>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3" name="그림 개체 틀 3"/>
          <p:cNvSpPr>
            <a:spLocks noGrp="1"/>
          </p:cNvSpPr>
          <p:nvPr>
            <p:ph type="pic" sz="quarter" idx="27" hasCustomPrompt="1"/>
          </p:nvPr>
        </p:nvSpPr>
        <p:spPr>
          <a:xfrm>
            <a:off x="1" y="1179521"/>
            <a:ext cx="2700351" cy="4498958"/>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74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7304860" y="1"/>
            <a:ext cx="1839141" cy="4858875"/>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6" name="그림 개체 틀 3"/>
          <p:cNvSpPr>
            <a:spLocks noGrp="1"/>
          </p:cNvSpPr>
          <p:nvPr>
            <p:ph type="pic" sz="quarter" idx="27" hasCustomPrompt="1"/>
          </p:nvPr>
        </p:nvSpPr>
        <p:spPr>
          <a:xfrm>
            <a:off x="5340373" y="1"/>
            <a:ext cx="1839141" cy="4858875"/>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7" name="그림 개체 틀 3"/>
          <p:cNvSpPr>
            <a:spLocks noGrp="1"/>
          </p:cNvSpPr>
          <p:nvPr>
            <p:ph type="pic" sz="quarter" idx="28" hasCustomPrompt="1"/>
          </p:nvPr>
        </p:nvSpPr>
        <p:spPr>
          <a:xfrm>
            <a:off x="3375886" y="1"/>
            <a:ext cx="1839141" cy="4858875"/>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91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12" name="그림 개체 틀 3"/>
          <p:cNvSpPr>
            <a:spLocks noGrp="1"/>
          </p:cNvSpPr>
          <p:nvPr>
            <p:ph type="pic" sz="quarter" idx="35" hasCustomPrompt="1"/>
          </p:nvPr>
        </p:nvSpPr>
        <p:spPr>
          <a:xfrm>
            <a:off x="6091286" y="2357678"/>
            <a:ext cx="3048697" cy="2785437"/>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10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3" name="그림 개체 틀 3"/>
          <p:cNvSpPr>
            <a:spLocks noGrp="1"/>
          </p:cNvSpPr>
          <p:nvPr>
            <p:ph type="pic" sz="quarter" idx="37" hasCustomPrompt="1"/>
          </p:nvPr>
        </p:nvSpPr>
        <p:spPr>
          <a:xfrm>
            <a:off x="3045642" y="2357678"/>
            <a:ext cx="3048697" cy="2785437"/>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10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4" name="그림 개체 틀 3"/>
          <p:cNvSpPr>
            <a:spLocks noGrp="1"/>
          </p:cNvSpPr>
          <p:nvPr>
            <p:ph type="pic" sz="quarter" idx="39" hasCustomPrompt="1"/>
          </p:nvPr>
        </p:nvSpPr>
        <p:spPr>
          <a:xfrm>
            <a:off x="-1" y="2357678"/>
            <a:ext cx="3048697" cy="2785437"/>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10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75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12" name="Picture Placeholder 8"/>
          <p:cNvSpPr>
            <a:spLocks noGrp="1"/>
          </p:cNvSpPr>
          <p:nvPr>
            <p:ph type="pic" sz="quarter" idx="14" hasCustomPrompt="1"/>
          </p:nvPr>
        </p:nvSpPr>
        <p:spPr>
          <a:xfrm>
            <a:off x="3762375" y="714927"/>
            <a:ext cx="1980334" cy="3766129"/>
          </a:xfrm>
          <a:custGeom>
            <a:avLst/>
            <a:gdLst>
              <a:gd name="connsiteX0" fmla="*/ 0 w 2640446"/>
              <a:gd name="connsiteY0" fmla="*/ 0 h 3766129"/>
              <a:gd name="connsiteX1" fmla="*/ 2640446 w 2640446"/>
              <a:gd name="connsiteY1" fmla="*/ 0 h 3766129"/>
              <a:gd name="connsiteX2" fmla="*/ 2640446 w 2640446"/>
              <a:gd name="connsiteY2" fmla="*/ 2972157 h 3766129"/>
              <a:gd name="connsiteX3" fmla="*/ 1124208 w 2640446"/>
              <a:gd name="connsiteY3" fmla="*/ 3766129 h 3766129"/>
              <a:gd name="connsiteX4" fmla="*/ 0 w 2640446"/>
              <a:gd name="connsiteY4" fmla="*/ 3766129 h 3766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0446" h="3766129">
                <a:moveTo>
                  <a:pt x="0" y="0"/>
                </a:moveTo>
                <a:lnTo>
                  <a:pt x="2640446" y="0"/>
                </a:lnTo>
                <a:lnTo>
                  <a:pt x="2640446" y="2972157"/>
                </a:lnTo>
                <a:lnTo>
                  <a:pt x="1124208" y="3766129"/>
                </a:lnTo>
                <a:lnTo>
                  <a:pt x="0" y="3766129"/>
                </a:lnTo>
                <a:close/>
              </a:path>
            </a:pathLst>
          </a:cu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vert="horz" lIns="102380" tIns="51189" rIns="102380" bIns="51189" rtlCol="0" anchor="ctr">
            <a:normAutofit/>
          </a:bodyPr>
          <a:lstStyle>
            <a:lvl1pPr marL="0" marR="0" indent="0" algn="ctr" defTabSz="768046" rtl="0" eaLnBrk="1" fontAlgn="auto" latinLnBrk="1" hangingPunct="1">
              <a:lnSpc>
                <a:spcPct val="100000"/>
              </a:lnSpc>
              <a:spcBef>
                <a:spcPct val="20000"/>
              </a:spcBef>
              <a:spcAft>
                <a:spcPts val="0"/>
              </a:spcAft>
              <a:buClrTx/>
              <a:buSzTx/>
              <a:buFont typeface="Arial" pitchFamily="34" charset="0"/>
              <a:buNone/>
              <a:tabLst/>
              <a:defRPr lang="en-US" altLang="ko-KR" sz="800" kern="1200" baseline="0">
                <a:solidFill>
                  <a:schemeClr val="tx1"/>
                </a:solidFill>
                <a:latin typeface="+mn-lt"/>
                <a:ea typeface="+mn-ea"/>
                <a:cs typeface="+mn-cs"/>
              </a:defRPr>
            </a:lvl1pPr>
          </a:lstStyle>
          <a:p>
            <a:pPr marL="0" marR="0" lvl="0" indent="0" algn="ctr" defTabSz="768046"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13" name="Picture Placeholder 11"/>
          <p:cNvSpPr>
            <a:spLocks noGrp="1"/>
          </p:cNvSpPr>
          <p:nvPr>
            <p:ph type="pic" sz="quarter" idx="15" hasCustomPrompt="1"/>
          </p:nvPr>
        </p:nvSpPr>
        <p:spPr>
          <a:xfrm>
            <a:off x="6408144" y="2302162"/>
            <a:ext cx="1980334" cy="3766129"/>
          </a:xfrm>
          <a:custGeom>
            <a:avLst/>
            <a:gdLst>
              <a:gd name="connsiteX0" fmla="*/ 1777249 w 2640446"/>
              <a:gd name="connsiteY0" fmla="*/ 0 h 3766129"/>
              <a:gd name="connsiteX1" fmla="*/ 2640446 w 2640446"/>
              <a:gd name="connsiteY1" fmla="*/ 0 h 3766129"/>
              <a:gd name="connsiteX2" fmla="*/ 2640446 w 2640446"/>
              <a:gd name="connsiteY2" fmla="*/ 3766129 h 3766129"/>
              <a:gd name="connsiteX3" fmla="*/ 0 w 2640446"/>
              <a:gd name="connsiteY3" fmla="*/ 3766129 h 3766129"/>
              <a:gd name="connsiteX4" fmla="*/ 0 w 2640446"/>
              <a:gd name="connsiteY4" fmla="*/ 920676 h 37661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0446" h="3766129">
                <a:moveTo>
                  <a:pt x="1777249" y="0"/>
                </a:moveTo>
                <a:lnTo>
                  <a:pt x="2640446" y="0"/>
                </a:lnTo>
                <a:lnTo>
                  <a:pt x="2640446" y="3766129"/>
                </a:lnTo>
                <a:lnTo>
                  <a:pt x="0" y="3766129"/>
                </a:lnTo>
                <a:lnTo>
                  <a:pt x="0" y="920676"/>
                </a:lnTo>
                <a:close/>
              </a:path>
            </a:pathLst>
          </a:cu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vert="horz" lIns="102380" tIns="51189" rIns="102380" bIns="51189" rtlCol="0" anchor="ctr">
            <a:normAutofit/>
          </a:bodyPr>
          <a:lstStyle>
            <a:lvl1pPr marL="0" marR="0" indent="0" algn="ctr" defTabSz="768046" rtl="0" eaLnBrk="1" fontAlgn="auto" latinLnBrk="1" hangingPunct="1">
              <a:lnSpc>
                <a:spcPct val="100000"/>
              </a:lnSpc>
              <a:spcBef>
                <a:spcPct val="20000"/>
              </a:spcBef>
              <a:spcAft>
                <a:spcPts val="0"/>
              </a:spcAft>
              <a:buClrTx/>
              <a:buSzTx/>
              <a:buFont typeface="Arial" pitchFamily="34" charset="0"/>
              <a:buNone/>
              <a:tabLst/>
              <a:defRPr lang="en-US" altLang="ko-KR" sz="800" kern="1200" baseline="0">
                <a:solidFill>
                  <a:schemeClr val="tx1"/>
                </a:solidFill>
                <a:latin typeface="+mn-lt"/>
                <a:ea typeface="+mn-ea"/>
                <a:cs typeface="+mn-cs"/>
              </a:defRPr>
            </a:lvl1pPr>
          </a:lstStyle>
          <a:p>
            <a:pPr marL="0" marR="0" lvl="0" indent="0" algn="ctr" defTabSz="768046"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cxnSp>
        <p:nvCxnSpPr>
          <p:cNvPr id="14" name="Straight Connector 5"/>
          <p:cNvCxnSpPr/>
          <p:nvPr userDrawn="1"/>
        </p:nvCxnSpPr>
        <p:spPr>
          <a:xfrm rot="10800000" flipV="1">
            <a:off x="1200308" y="1314147"/>
            <a:ext cx="7952029" cy="5542267"/>
          </a:xfrm>
          <a:prstGeom prst="line">
            <a:avLst/>
          </a:prstGeom>
          <a:ln>
            <a:solidFill>
              <a:schemeClr val="tx1">
                <a:alpha val="2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77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6335749" y="549667"/>
            <a:ext cx="2160281" cy="5758667"/>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6" name="그림 개체 틀 3"/>
          <p:cNvSpPr>
            <a:spLocks noGrp="1"/>
          </p:cNvSpPr>
          <p:nvPr>
            <p:ph type="pic" sz="quarter" idx="27" hasCustomPrompt="1"/>
          </p:nvPr>
        </p:nvSpPr>
        <p:spPr>
          <a:xfrm>
            <a:off x="4036146" y="549667"/>
            <a:ext cx="2160281" cy="2780148"/>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7" name="그림 개체 틀 3"/>
          <p:cNvSpPr>
            <a:spLocks noGrp="1"/>
          </p:cNvSpPr>
          <p:nvPr>
            <p:ph type="pic" sz="quarter" idx="28" hasCustomPrompt="1"/>
          </p:nvPr>
        </p:nvSpPr>
        <p:spPr>
          <a:xfrm>
            <a:off x="4036146" y="3528185"/>
            <a:ext cx="2160281" cy="2780148"/>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93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3018022" y="549667"/>
            <a:ext cx="2160281" cy="5758667"/>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6" name="그림 개체 틀 3"/>
          <p:cNvSpPr>
            <a:spLocks noGrp="1"/>
          </p:cNvSpPr>
          <p:nvPr>
            <p:ph type="pic" sz="quarter" idx="27" hasCustomPrompt="1"/>
          </p:nvPr>
        </p:nvSpPr>
        <p:spPr>
          <a:xfrm>
            <a:off x="718417" y="549667"/>
            <a:ext cx="2160281" cy="2780148"/>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7" name="그림 개체 틀 3"/>
          <p:cNvSpPr>
            <a:spLocks noGrp="1"/>
          </p:cNvSpPr>
          <p:nvPr>
            <p:ph type="pic" sz="quarter" idx="28" hasCustomPrompt="1"/>
          </p:nvPr>
        </p:nvSpPr>
        <p:spPr>
          <a:xfrm>
            <a:off x="718417" y="3528185"/>
            <a:ext cx="2160281" cy="2780148"/>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78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3982559" y="1786306"/>
            <a:ext cx="2481794" cy="5071694"/>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6" name="그림 개체 틀 3"/>
          <p:cNvSpPr>
            <a:spLocks noGrp="1"/>
          </p:cNvSpPr>
          <p:nvPr>
            <p:ph type="pic" sz="quarter" idx="27" hasCustomPrompt="1"/>
          </p:nvPr>
        </p:nvSpPr>
        <p:spPr>
          <a:xfrm>
            <a:off x="6608248" y="0"/>
            <a:ext cx="1821906" cy="2780148"/>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7" name="그림 개체 틀 3"/>
          <p:cNvSpPr>
            <a:spLocks noGrp="1"/>
          </p:cNvSpPr>
          <p:nvPr>
            <p:ph type="pic" sz="quarter" idx="28" hasCustomPrompt="1"/>
          </p:nvPr>
        </p:nvSpPr>
        <p:spPr>
          <a:xfrm>
            <a:off x="6608248" y="2978518"/>
            <a:ext cx="1821906" cy="2780148"/>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79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6608247" y="1541139"/>
            <a:ext cx="1809236" cy="3959083"/>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12" name="그림 개체 틀 3"/>
          <p:cNvSpPr>
            <a:spLocks noGrp="1"/>
          </p:cNvSpPr>
          <p:nvPr>
            <p:ph type="pic" sz="quarter" idx="27" hasCustomPrompt="1"/>
          </p:nvPr>
        </p:nvSpPr>
        <p:spPr>
          <a:xfrm>
            <a:off x="4712298" y="1541139"/>
            <a:ext cx="1809236" cy="3959083"/>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3" name="그림 개체 틀 3"/>
          <p:cNvSpPr>
            <a:spLocks noGrp="1"/>
          </p:cNvSpPr>
          <p:nvPr>
            <p:ph type="pic" sz="quarter" idx="28" hasCustomPrompt="1"/>
          </p:nvPr>
        </p:nvSpPr>
        <p:spPr>
          <a:xfrm>
            <a:off x="2816349" y="1541139"/>
            <a:ext cx="1809236" cy="3959083"/>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80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14" name="Picture Placeholder 7"/>
          <p:cNvSpPr>
            <a:spLocks noGrp="1"/>
          </p:cNvSpPr>
          <p:nvPr>
            <p:ph type="pic" sz="quarter" idx="13" hasCustomPrompt="1"/>
          </p:nvPr>
        </p:nvSpPr>
        <p:spPr>
          <a:xfrm>
            <a:off x="1071538" y="3643265"/>
            <a:ext cx="2016000" cy="2016000"/>
          </a:xfrm>
          <a:prstGeom prst="ellipse">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vert="horz" lIns="102380" tIns="51189" rIns="102380" bIns="51189" rtlCol="0" anchor="ctr">
            <a:normAutofit/>
          </a:bodyPr>
          <a:lstStyle>
            <a:lvl1pPr marL="0" marR="0" indent="0" algn="ctr" defTabSz="768046" rtl="0" eaLnBrk="1" fontAlgn="auto" latinLnBrk="1" hangingPunct="1">
              <a:lnSpc>
                <a:spcPct val="100000"/>
              </a:lnSpc>
              <a:spcBef>
                <a:spcPct val="20000"/>
              </a:spcBef>
              <a:spcAft>
                <a:spcPts val="0"/>
              </a:spcAft>
              <a:buClrTx/>
              <a:buSzTx/>
              <a:buFont typeface="Arial" pitchFamily="34" charset="0"/>
              <a:buNone/>
              <a:tabLst/>
              <a:defRPr lang="en-US" altLang="ko-KR" sz="800" kern="1200" baseline="0">
                <a:solidFill>
                  <a:schemeClr val="tx1"/>
                </a:solidFill>
                <a:latin typeface="+mn-lt"/>
                <a:ea typeface="+mn-ea"/>
                <a:cs typeface="+mn-cs"/>
              </a:defRPr>
            </a:lvl1pPr>
          </a:lstStyle>
          <a:p>
            <a:pPr marL="0" marR="0" lvl="0" indent="0" algn="ctr" defTabSz="768046"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15" name="Picture Placeholder 7"/>
          <p:cNvSpPr>
            <a:spLocks noGrp="1"/>
          </p:cNvSpPr>
          <p:nvPr>
            <p:ph type="pic" sz="quarter" idx="14" hasCustomPrompt="1"/>
          </p:nvPr>
        </p:nvSpPr>
        <p:spPr>
          <a:xfrm>
            <a:off x="3571868" y="3643265"/>
            <a:ext cx="2016000" cy="2016000"/>
          </a:xfrm>
          <a:prstGeom prst="ellipse">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vert="horz" lIns="102380" tIns="51189" rIns="102380" bIns="51189" rtlCol="0" anchor="ctr">
            <a:normAutofit/>
          </a:bodyPr>
          <a:lstStyle>
            <a:lvl1pPr marL="0" marR="0" indent="0" algn="ctr" defTabSz="768046" rtl="0" eaLnBrk="1" fontAlgn="auto" latinLnBrk="1" hangingPunct="1">
              <a:lnSpc>
                <a:spcPct val="100000"/>
              </a:lnSpc>
              <a:spcBef>
                <a:spcPct val="20000"/>
              </a:spcBef>
              <a:spcAft>
                <a:spcPts val="0"/>
              </a:spcAft>
              <a:buClrTx/>
              <a:buSzTx/>
              <a:buFont typeface="Arial" pitchFamily="34" charset="0"/>
              <a:buNone/>
              <a:tabLst/>
              <a:defRPr lang="en-US" altLang="ko-KR" sz="800" kern="1200" baseline="0">
                <a:solidFill>
                  <a:schemeClr val="tx1"/>
                </a:solidFill>
                <a:latin typeface="+mn-lt"/>
                <a:ea typeface="+mn-ea"/>
                <a:cs typeface="+mn-cs"/>
              </a:defRPr>
            </a:lvl1pPr>
          </a:lstStyle>
          <a:p>
            <a:pPr marL="0" marR="0" lvl="0" indent="0" algn="ctr" defTabSz="768046"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
        <p:nvSpPr>
          <p:cNvPr id="16" name="Picture Placeholder 7"/>
          <p:cNvSpPr>
            <a:spLocks noGrp="1"/>
          </p:cNvSpPr>
          <p:nvPr>
            <p:ph type="pic" sz="quarter" idx="15" hasCustomPrompt="1"/>
          </p:nvPr>
        </p:nvSpPr>
        <p:spPr>
          <a:xfrm>
            <a:off x="6072198" y="3643265"/>
            <a:ext cx="2016000" cy="2016000"/>
          </a:xfrm>
          <a:prstGeom prst="ellipse">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vert="horz" lIns="102380" tIns="51189" rIns="102380" bIns="51189" rtlCol="0" anchor="ctr">
            <a:normAutofit/>
          </a:bodyPr>
          <a:lstStyle>
            <a:lvl1pPr marL="0" marR="0" indent="0" algn="ctr" defTabSz="768046" rtl="0" eaLnBrk="1" fontAlgn="auto" latinLnBrk="1" hangingPunct="1">
              <a:lnSpc>
                <a:spcPct val="100000"/>
              </a:lnSpc>
              <a:spcBef>
                <a:spcPct val="20000"/>
              </a:spcBef>
              <a:spcAft>
                <a:spcPts val="0"/>
              </a:spcAft>
              <a:buClrTx/>
              <a:buSzTx/>
              <a:buFont typeface="Arial" pitchFamily="34" charset="0"/>
              <a:buNone/>
              <a:tabLst/>
              <a:defRPr lang="en-US" altLang="ko-KR" sz="800" kern="1200" baseline="0">
                <a:solidFill>
                  <a:schemeClr val="tx1"/>
                </a:solidFill>
                <a:latin typeface="+mn-lt"/>
                <a:ea typeface="+mn-ea"/>
                <a:cs typeface="+mn-cs"/>
              </a:defRPr>
            </a:lvl1pPr>
          </a:lstStyle>
          <a:p>
            <a:pPr marL="0" marR="0" lvl="0" indent="0" algn="ctr" defTabSz="768046" rtl="0" eaLnBrk="1" fontAlgn="auto" latinLnBrk="1" hangingPunct="1">
              <a:lnSpc>
                <a:spcPct val="100000"/>
              </a:lnSpc>
              <a:spcBef>
                <a:spcPct val="20000"/>
              </a:spcBef>
              <a:spcAft>
                <a:spcPts val="0"/>
              </a:spcAft>
              <a:buClrTx/>
              <a:buSzTx/>
              <a:buFont typeface="Arial" pitchFamily="34" charset="0"/>
              <a:buNone/>
              <a:tabLst/>
              <a:defRPr/>
            </a:pPr>
            <a:r>
              <a:rPr lang="en-US" altLang="ko-KR" dirty="0"/>
              <a:t>Insert Image</a:t>
            </a:r>
            <a:endParaRPr lang="ko-KR" altLang="en-US" dirty="0"/>
          </a:p>
        </p:txBody>
      </p:sp>
    </p:spTree>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98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12" name="그림 개체 틀 3"/>
          <p:cNvSpPr>
            <a:spLocks noGrp="1"/>
          </p:cNvSpPr>
          <p:nvPr>
            <p:ph type="pic" sz="quarter" idx="27" hasCustomPrompt="1"/>
          </p:nvPr>
        </p:nvSpPr>
        <p:spPr>
          <a:xfrm>
            <a:off x="4655150" y="3071893"/>
            <a:ext cx="1607564" cy="292828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3" name="그림 개체 틀 3"/>
          <p:cNvSpPr>
            <a:spLocks noGrp="1"/>
          </p:cNvSpPr>
          <p:nvPr>
            <p:ph type="pic" sz="quarter" idx="28" hasCustomPrompt="1"/>
          </p:nvPr>
        </p:nvSpPr>
        <p:spPr>
          <a:xfrm>
            <a:off x="2994000" y="3071893"/>
            <a:ext cx="1607564" cy="292828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4" name="그림 개체 틀 3"/>
          <p:cNvSpPr>
            <a:spLocks noGrp="1"/>
          </p:cNvSpPr>
          <p:nvPr>
            <p:ph type="pic" sz="quarter" idx="29" hasCustomPrompt="1"/>
          </p:nvPr>
        </p:nvSpPr>
        <p:spPr>
          <a:xfrm>
            <a:off x="1332851" y="3071893"/>
            <a:ext cx="1607564" cy="292828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8" name="그림 개체 틀 3"/>
          <p:cNvSpPr>
            <a:spLocks noGrp="1"/>
          </p:cNvSpPr>
          <p:nvPr>
            <p:ph type="pic" sz="quarter" idx="26" hasCustomPrompt="1"/>
          </p:nvPr>
        </p:nvSpPr>
        <p:spPr>
          <a:xfrm>
            <a:off x="6316300" y="3071893"/>
            <a:ext cx="1541849" cy="292828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81_Content Slide">
    <p:spTree>
      <p:nvGrpSpPr>
        <p:cNvPr id="1" name=""/>
        <p:cNvGrpSpPr/>
        <p:nvPr/>
      </p:nvGrpSpPr>
      <p:grpSpPr>
        <a:xfrm>
          <a:off x="0" y="0"/>
          <a:ext cx="0" cy="0"/>
          <a:chOff x="0" y="0"/>
          <a:chExt cx="0" cy="0"/>
        </a:xfrm>
      </p:grpSpPr>
      <p:sp>
        <p:nvSpPr>
          <p:cNvPr id="12" name="그림 개체 틀 3"/>
          <p:cNvSpPr>
            <a:spLocks noGrp="1"/>
          </p:cNvSpPr>
          <p:nvPr>
            <p:ph type="pic" sz="quarter" idx="27" hasCustomPrompt="1"/>
          </p:nvPr>
        </p:nvSpPr>
        <p:spPr>
          <a:xfrm>
            <a:off x="4592804" y="3857530"/>
            <a:ext cx="2254794" cy="3000471"/>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3" name="그림 개체 틀 3"/>
          <p:cNvSpPr>
            <a:spLocks noGrp="1"/>
          </p:cNvSpPr>
          <p:nvPr>
            <p:ph type="pic" sz="quarter" idx="28" hasCustomPrompt="1"/>
          </p:nvPr>
        </p:nvSpPr>
        <p:spPr>
          <a:xfrm>
            <a:off x="2296403" y="3857530"/>
            <a:ext cx="2254794" cy="3000471"/>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4" name="그림 개체 틀 3"/>
          <p:cNvSpPr>
            <a:spLocks noGrp="1"/>
          </p:cNvSpPr>
          <p:nvPr>
            <p:ph type="pic" sz="quarter" idx="29" hasCustomPrompt="1"/>
          </p:nvPr>
        </p:nvSpPr>
        <p:spPr>
          <a:xfrm>
            <a:off x="1" y="3857530"/>
            <a:ext cx="2254794" cy="3000471"/>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8" name="그림 개체 틀 3"/>
          <p:cNvSpPr>
            <a:spLocks noGrp="1"/>
          </p:cNvSpPr>
          <p:nvPr>
            <p:ph type="pic" sz="quarter" idx="26" hasCustomPrompt="1"/>
          </p:nvPr>
        </p:nvSpPr>
        <p:spPr>
          <a:xfrm>
            <a:off x="6889206" y="3857530"/>
            <a:ext cx="2254794" cy="3000471"/>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117_Content Slide">
    <p:spTree>
      <p:nvGrpSpPr>
        <p:cNvPr id="1" name=""/>
        <p:cNvGrpSpPr/>
        <p:nvPr/>
      </p:nvGrpSpPr>
      <p:grpSpPr>
        <a:xfrm>
          <a:off x="0" y="0"/>
          <a:ext cx="0" cy="0"/>
          <a:chOff x="0" y="0"/>
          <a:chExt cx="0" cy="0"/>
        </a:xfrm>
      </p:grpSpPr>
      <p:sp>
        <p:nvSpPr>
          <p:cNvPr id="22" name="Rectangle 2"/>
          <p:cNvSpPr/>
          <p:nvPr userDrawn="1"/>
        </p:nvSpPr>
        <p:spPr>
          <a:xfrm>
            <a:off x="3059803" y="4279771"/>
            <a:ext cx="3024394" cy="1720402"/>
          </a:xfrm>
          <a:prstGeom prst="rect">
            <a:avLst/>
          </a:prstGeom>
          <a:solidFill>
            <a:srgbClr val="2C2C2D"/>
          </a:solidFill>
          <a:ln>
            <a:noFill/>
          </a:ln>
        </p:spPr>
        <p:style>
          <a:lnRef idx="2">
            <a:schemeClr val="accent1">
              <a:shade val="50000"/>
            </a:schemeClr>
          </a:lnRef>
          <a:fillRef idx="1">
            <a:schemeClr val="accent1"/>
          </a:fillRef>
          <a:effectRef idx="0">
            <a:schemeClr val="accent1"/>
          </a:effectRef>
          <a:fontRef idx="minor">
            <a:schemeClr val="lt1"/>
          </a:fontRef>
        </p:style>
        <p:txBody>
          <a:bodyPr lIns="76786" tIns="38393" rIns="76786" bIns="38393" rtlCol="0" anchor="ctr"/>
          <a:lstStyle/>
          <a:p>
            <a:pPr algn="ctr"/>
            <a:endParaRPr lang="en-US" dirty="0">
              <a:latin typeface="+mn-lt"/>
            </a:endParaRPr>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18" name="그림 개체 틀 3"/>
          <p:cNvSpPr>
            <a:spLocks noGrp="1"/>
          </p:cNvSpPr>
          <p:nvPr>
            <p:ph type="pic" sz="quarter" idx="35" hasCustomPrompt="1"/>
          </p:nvPr>
        </p:nvSpPr>
        <p:spPr>
          <a:xfrm>
            <a:off x="6119606" y="2504365"/>
            <a:ext cx="3024394" cy="3495808"/>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9" name="그림 개체 틀 3"/>
          <p:cNvSpPr>
            <a:spLocks noGrp="1"/>
          </p:cNvSpPr>
          <p:nvPr>
            <p:ph type="pic" sz="quarter" idx="37" hasCustomPrompt="1"/>
          </p:nvPr>
        </p:nvSpPr>
        <p:spPr>
          <a:xfrm>
            <a:off x="3059803" y="2504365"/>
            <a:ext cx="3024394" cy="172928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20" name="그림 개체 틀 3"/>
          <p:cNvSpPr>
            <a:spLocks noGrp="1"/>
          </p:cNvSpPr>
          <p:nvPr>
            <p:ph type="pic" sz="quarter" idx="39" hasCustomPrompt="1"/>
          </p:nvPr>
        </p:nvSpPr>
        <p:spPr>
          <a:xfrm>
            <a:off x="0" y="2504365"/>
            <a:ext cx="3024394" cy="3495808"/>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96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13" name="그림 개체 틀 3"/>
          <p:cNvSpPr>
            <a:spLocks noGrp="1"/>
          </p:cNvSpPr>
          <p:nvPr>
            <p:ph type="pic" sz="quarter" idx="28" hasCustomPrompt="1"/>
          </p:nvPr>
        </p:nvSpPr>
        <p:spPr>
          <a:xfrm>
            <a:off x="2296403" y="0"/>
            <a:ext cx="2254794" cy="3000471"/>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4" name="그림 개체 틀 3"/>
          <p:cNvSpPr>
            <a:spLocks noGrp="1"/>
          </p:cNvSpPr>
          <p:nvPr>
            <p:ph type="pic" sz="quarter" idx="29" hasCustomPrompt="1"/>
          </p:nvPr>
        </p:nvSpPr>
        <p:spPr>
          <a:xfrm>
            <a:off x="1" y="3857530"/>
            <a:ext cx="2254794" cy="3000471"/>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5" name="그림 개체 틀 3"/>
          <p:cNvSpPr>
            <a:spLocks noGrp="1"/>
          </p:cNvSpPr>
          <p:nvPr>
            <p:ph type="pic" sz="quarter" idx="30" hasCustomPrompt="1"/>
          </p:nvPr>
        </p:nvSpPr>
        <p:spPr>
          <a:xfrm>
            <a:off x="1" y="0"/>
            <a:ext cx="2254794" cy="3807918"/>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6" name="그림 개체 틀 3"/>
          <p:cNvSpPr>
            <a:spLocks noGrp="1"/>
          </p:cNvSpPr>
          <p:nvPr>
            <p:ph type="pic" sz="quarter" idx="31" hasCustomPrompt="1"/>
          </p:nvPr>
        </p:nvSpPr>
        <p:spPr>
          <a:xfrm>
            <a:off x="2296403" y="3050082"/>
            <a:ext cx="2254794" cy="3807918"/>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83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6608247" y="1826825"/>
            <a:ext cx="1809236" cy="3959083"/>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12" name="그림 개체 틀 3"/>
          <p:cNvSpPr>
            <a:spLocks noGrp="1"/>
          </p:cNvSpPr>
          <p:nvPr>
            <p:ph type="pic" sz="quarter" idx="27" hasCustomPrompt="1"/>
          </p:nvPr>
        </p:nvSpPr>
        <p:spPr>
          <a:xfrm>
            <a:off x="4752571" y="1826825"/>
            <a:ext cx="1809236" cy="3959083"/>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3" name="그림 개체 틀 3"/>
          <p:cNvSpPr>
            <a:spLocks noGrp="1"/>
          </p:cNvSpPr>
          <p:nvPr>
            <p:ph type="pic" sz="quarter" idx="28" hasCustomPrompt="1"/>
          </p:nvPr>
        </p:nvSpPr>
        <p:spPr>
          <a:xfrm>
            <a:off x="1850835" y="1826825"/>
            <a:ext cx="2840030" cy="1945801"/>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4" name="그림 개체 틀 3"/>
          <p:cNvSpPr>
            <a:spLocks noGrp="1"/>
          </p:cNvSpPr>
          <p:nvPr>
            <p:ph type="pic" sz="quarter" idx="29" hasCustomPrompt="1"/>
          </p:nvPr>
        </p:nvSpPr>
        <p:spPr>
          <a:xfrm>
            <a:off x="1850835" y="3840107"/>
            <a:ext cx="2840030" cy="1945801"/>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84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6718992" y="1541139"/>
            <a:ext cx="1641334" cy="3959083"/>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12" name="그림 개체 틀 3"/>
          <p:cNvSpPr>
            <a:spLocks noGrp="1"/>
          </p:cNvSpPr>
          <p:nvPr>
            <p:ph type="pic" sz="quarter" idx="27" hasCustomPrompt="1"/>
          </p:nvPr>
        </p:nvSpPr>
        <p:spPr>
          <a:xfrm>
            <a:off x="5020499" y="1541139"/>
            <a:ext cx="1641334" cy="3959083"/>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3" name="그림 개체 틀 3"/>
          <p:cNvSpPr>
            <a:spLocks noGrp="1"/>
          </p:cNvSpPr>
          <p:nvPr>
            <p:ph type="pic" sz="quarter" idx="28" hasCustomPrompt="1"/>
          </p:nvPr>
        </p:nvSpPr>
        <p:spPr>
          <a:xfrm>
            <a:off x="2535753" y="1541139"/>
            <a:ext cx="2423040" cy="1945801"/>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4" name="그림 개체 틀 3"/>
          <p:cNvSpPr>
            <a:spLocks noGrp="1"/>
          </p:cNvSpPr>
          <p:nvPr>
            <p:ph type="pic" sz="quarter" idx="29" hasCustomPrompt="1"/>
          </p:nvPr>
        </p:nvSpPr>
        <p:spPr>
          <a:xfrm>
            <a:off x="2535753" y="3554421"/>
            <a:ext cx="2423040" cy="1945801"/>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90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2" name="그림 개체 틀 3"/>
          <p:cNvSpPr>
            <a:spLocks noGrp="1"/>
          </p:cNvSpPr>
          <p:nvPr>
            <p:ph type="pic" sz="quarter" idx="27" hasCustomPrompt="1"/>
          </p:nvPr>
        </p:nvSpPr>
        <p:spPr>
          <a:xfrm>
            <a:off x="3446705" y="0"/>
            <a:ext cx="1982663" cy="2357678"/>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3" name="그림 개체 틀 3"/>
          <p:cNvSpPr>
            <a:spLocks noGrp="1"/>
          </p:cNvSpPr>
          <p:nvPr>
            <p:ph type="pic" sz="quarter" idx="28" hasCustomPrompt="1"/>
          </p:nvPr>
        </p:nvSpPr>
        <p:spPr>
          <a:xfrm>
            <a:off x="1" y="0"/>
            <a:ext cx="3393119" cy="2357678"/>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5" name="그림 개체 틀 3"/>
          <p:cNvSpPr>
            <a:spLocks noGrp="1"/>
          </p:cNvSpPr>
          <p:nvPr>
            <p:ph type="pic" sz="quarter" idx="30" hasCustomPrompt="1"/>
          </p:nvPr>
        </p:nvSpPr>
        <p:spPr>
          <a:xfrm>
            <a:off x="5482953" y="0"/>
            <a:ext cx="3661047" cy="2357678"/>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6" name="그림 개체 틀 3"/>
          <p:cNvSpPr>
            <a:spLocks noGrp="1"/>
          </p:cNvSpPr>
          <p:nvPr>
            <p:ph type="pic" sz="quarter" idx="31" hasCustomPrompt="1"/>
          </p:nvPr>
        </p:nvSpPr>
        <p:spPr>
          <a:xfrm>
            <a:off x="5482953" y="2432292"/>
            <a:ext cx="3661047" cy="4425709"/>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97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6" name="그림 개체 틀 3"/>
          <p:cNvSpPr>
            <a:spLocks noGrp="1"/>
          </p:cNvSpPr>
          <p:nvPr>
            <p:ph type="pic" sz="quarter" idx="27" hasCustomPrompt="1"/>
          </p:nvPr>
        </p:nvSpPr>
        <p:spPr>
          <a:xfrm>
            <a:off x="718417" y="605999"/>
            <a:ext cx="2160281" cy="2780148"/>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7" name="그림 개체 틀 3"/>
          <p:cNvSpPr>
            <a:spLocks noGrp="1"/>
          </p:cNvSpPr>
          <p:nvPr>
            <p:ph type="pic" sz="quarter" idx="28" hasCustomPrompt="1"/>
          </p:nvPr>
        </p:nvSpPr>
        <p:spPr>
          <a:xfrm>
            <a:off x="718417" y="3429000"/>
            <a:ext cx="2160281" cy="2780148"/>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2" name="그림 개체 틀 3"/>
          <p:cNvSpPr>
            <a:spLocks noGrp="1"/>
          </p:cNvSpPr>
          <p:nvPr>
            <p:ph type="pic" sz="quarter" idx="29" hasCustomPrompt="1"/>
          </p:nvPr>
        </p:nvSpPr>
        <p:spPr>
          <a:xfrm>
            <a:off x="2912448" y="605999"/>
            <a:ext cx="2160281" cy="2780148"/>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3" name="그림 개체 틀 3"/>
          <p:cNvSpPr>
            <a:spLocks noGrp="1"/>
          </p:cNvSpPr>
          <p:nvPr>
            <p:ph type="pic" sz="quarter" idx="30" hasCustomPrompt="1"/>
          </p:nvPr>
        </p:nvSpPr>
        <p:spPr>
          <a:xfrm>
            <a:off x="2912448" y="3429000"/>
            <a:ext cx="2160281" cy="2780148"/>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101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6" name="그림 개체 틀 3"/>
          <p:cNvSpPr>
            <a:spLocks noGrp="1"/>
          </p:cNvSpPr>
          <p:nvPr>
            <p:ph type="pic" sz="quarter" idx="27" hasCustomPrompt="1"/>
          </p:nvPr>
        </p:nvSpPr>
        <p:spPr>
          <a:xfrm>
            <a:off x="4092705" y="1000670"/>
            <a:ext cx="2160281" cy="2499751"/>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7" name="그림 개체 틀 3"/>
          <p:cNvSpPr>
            <a:spLocks noGrp="1"/>
          </p:cNvSpPr>
          <p:nvPr>
            <p:ph type="pic" sz="quarter" idx="28" hasCustomPrompt="1"/>
          </p:nvPr>
        </p:nvSpPr>
        <p:spPr>
          <a:xfrm>
            <a:off x="4092705" y="3543276"/>
            <a:ext cx="2160281" cy="2499751"/>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2" name="그림 개체 틀 3"/>
          <p:cNvSpPr>
            <a:spLocks noGrp="1"/>
          </p:cNvSpPr>
          <p:nvPr>
            <p:ph type="pic" sz="quarter" idx="29" hasCustomPrompt="1"/>
          </p:nvPr>
        </p:nvSpPr>
        <p:spPr>
          <a:xfrm>
            <a:off x="6286736" y="1000670"/>
            <a:ext cx="2160281" cy="2499751"/>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3" name="그림 개체 틀 3"/>
          <p:cNvSpPr>
            <a:spLocks noGrp="1"/>
          </p:cNvSpPr>
          <p:nvPr>
            <p:ph type="pic" sz="quarter" idx="30" hasCustomPrompt="1"/>
          </p:nvPr>
        </p:nvSpPr>
        <p:spPr>
          <a:xfrm>
            <a:off x="6286736" y="3543276"/>
            <a:ext cx="2160281" cy="2499751"/>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85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728135" y="1429200"/>
            <a:ext cx="1890246" cy="1439667"/>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6" name="그림 개체 틀 3"/>
          <p:cNvSpPr>
            <a:spLocks noGrp="1"/>
          </p:cNvSpPr>
          <p:nvPr>
            <p:ph type="pic" sz="quarter" idx="27" hasCustomPrompt="1"/>
          </p:nvPr>
        </p:nvSpPr>
        <p:spPr>
          <a:xfrm>
            <a:off x="2681754" y="1429200"/>
            <a:ext cx="1890246" cy="1439667"/>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7" name="그림 개체 틀 3"/>
          <p:cNvSpPr>
            <a:spLocks noGrp="1"/>
          </p:cNvSpPr>
          <p:nvPr>
            <p:ph type="pic" sz="quarter" idx="28" hasCustomPrompt="1"/>
          </p:nvPr>
        </p:nvSpPr>
        <p:spPr>
          <a:xfrm>
            <a:off x="728135" y="2940949"/>
            <a:ext cx="1890246" cy="1439667"/>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2" name="그림 개체 틀 3"/>
          <p:cNvSpPr>
            <a:spLocks noGrp="1"/>
          </p:cNvSpPr>
          <p:nvPr>
            <p:ph type="pic" sz="quarter" idx="29" hasCustomPrompt="1"/>
          </p:nvPr>
        </p:nvSpPr>
        <p:spPr>
          <a:xfrm>
            <a:off x="2681754" y="2940949"/>
            <a:ext cx="1890246" cy="1439667"/>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3" name="그림 개체 틀 3"/>
          <p:cNvSpPr>
            <a:spLocks noGrp="1"/>
          </p:cNvSpPr>
          <p:nvPr>
            <p:ph type="pic" sz="quarter" idx="30" hasCustomPrompt="1"/>
          </p:nvPr>
        </p:nvSpPr>
        <p:spPr>
          <a:xfrm>
            <a:off x="728135" y="4452698"/>
            <a:ext cx="1890246" cy="1439667"/>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4" name="그림 개체 틀 3"/>
          <p:cNvSpPr>
            <a:spLocks noGrp="1"/>
          </p:cNvSpPr>
          <p:nvPr>
            <p:ph type="pic" sz="quarter" idx="31" hasCustomPrompt="1"/>
          </p:nvPr>
        </p:nvSpPr>
        <p:spPr>
          <a:xfrm>
            <a:off x="2681754" y="4452698"/>
            <a:ext cx="1890246" cy="1439667"/>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86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4479118" y="1429200"/>
            <a:ext cx="1890246" cy="1439667"/>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6" name="그림 개체 틀 3"/>
          <p:cNvSpPr>
            <a:spLocks noGrp="1"/>
          </p:cNvSpPr>
          <p:nvPr>
            <p:ph type="pic" sz="quarter" idx="27" hasCustomPrompt="1"/>
          </p:nvPr>
        </p:nvSpPr>
        <p:spPr>
          <a:xfrm>
            <a:off x="6432737" y="1429200"/>
            <a:ext cx="1890246" cy="1439667"/>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7" name="그림 개체 틀 3"/>
          <p:cNvSpPr>
            <a:spLocks noGrp="1"/>
          </p:cNvSpPr>
          <p:nvPr>
            <p:ph type="pic" sz="quarter" idx="28" hasCustomPrompt="1"/>
          </p:nvPr>
        </p:nvSpPr>
        <p:spPr>
          <a:xfrm>
            <a:off x="4479118" y="2940949"/>
            <a:ext cx="1890246" cy="1439667"/>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2" name="그림 개체 틀 3"/>
          <p:cNvSpPr>
            <a:spLocks noGrp="1"/>
          </p:cNvSpPr>
          <p:nvPr>
            <p:ph type="pic" sz="quarter" idx="29" hasCustomPrompt="1"/>
          </p:nvPr>
        </p:nvSpPr>
        <p:spPr>
          <a:xfrm>
            <a:off x="6432737" y="2940949"/>
            <a:ext cx="1890246" cy="1439667"/>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3" name="그림 개체 틀 3"/>
          <p:cNvSpPr>
            <a:spLocks noGrp="1"/>
          </p:cNvSpPr>
          <p:nvPr>
            <p:ph type="pic" sz="quarter" idx="30" hasCustomPrompt="1"/>
          </p:nvPr>
        </p:nvSpPr>
        <p:spPr>
          <a:xfrm>
            <a:off x="4479118" y="4452698"/>
            <a:ext cx="1890246" cy="1439667"/>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4" name="그림 개체 틀 3"/>
          <p:cNvSpPr>
            <a:spLocks noGrp="1"/>
          </p:cNvSpPr>
          <p:nvPr>
            <p:ph type="pic" sz="quarter" idx="31" hasCustomPrompt="1"/>
          </p:nvPr>
        </p:nvSpPr>
        <p:spPr>
          <a:xfrm>
            <a:off x="6432737" y="4452698"/>
            <a:ext cx="1890246" cy="1439667"/>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105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15" name="그림 개체 틀 3"/>
          <p:cNvSpPr>
            <a:spLocks noGrp="1"/>
          </p:cNvSpPr>
          <p:nvPr>
            <p:ph type="pic" sz="quarter" idx="35" hasCustomPrompt="1"/>
          </p:nvPr>
        </p:nvSpPr>
        <p:spPr>
          <a:xfrm>
            <a:off x="6091286" y="2210165"/>
            <a:ext cx="3048697" cy="18612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6" name="그림 개체 틀 3"/>
          <p:cNvSpPr>
            <a:spLocks noGrp="1"/>
          </p:cNvSpPr>
          <p:nvPr>
            <p:ph type="pic" sz="quarter" idx="37" hasCustomPrompt="1"/>
          </p:nvPr>
        </p:nvSpPr>
        <p:spPr>
          <a:xfrm>
            <a:off x="3045642" y="2210165"/>
            <a:ext cx="3048697" cy="18612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7" name="그림 개체 틀 3"/>
          <p:cNvSpPr>
            <a:spLocks noGrp="1"/>
          </p:cNvSpPr>
          <p:nvPr>
            <p:ph type="pic" sz="quarter" idx="39" hasCustomPrompt="1"/>
          </p:nvPr>
        </p:nvSpPr>
        <p:spPr>
          <a:xfrm>
            <a:off x="-1" y="2210165"/>
            <a:ext cx="3048697" cy="18612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8" name="그림 개체 틀 3"/>
          <p:cNvSpPr>
            <a:spLocks noGrp="1"/>
          </p:cNvSpPr>
          <p:nvPr>
            <p:ph type="pic" sz="quarter" idx="42" hasCustomPrompt="1"/>
          </p:nvPr>
        </p:nvSpPr>
        <p:spPr>
          <a:xfrm>
            <a:off x="6091286" y="4067553"/>
            <a:ext cx="3048697" cy="18612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9" name="그림 개체 틀 3"/>
          <p:cNvSpPr>
            <a:spLocks noGrp="1"/>
          </p:cNvSpPr>
          <p:nvPr>
            <p:ph type="pic" sz="quarter" idx="43" hasCustomPrompt="1"/>
          </p:nvPr>
        </p:nvSpPr>
        <p:spPr>
          <a:xfrm>
            <a:off x="3045642" y="4067553"/>
            <a:ext cx="3048697" cy="18612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20" name="그림 개체 틀 3"/>
          <p:cNvSpPr>
            <a:spLocks noGrp="1"/>
          </p:cNvSpPr>
          <p:nvPr>
            <p:ph type="pic" sz="quarter" idx="44" hasCustomPrompt="1"/>
          </p:nvPr>
        </p:nvSpPr>
        <p:spPr>
          <a:xfrm>
            <a:off x="-1" y="4067553"/>
            <a:ext cx="3048697" cy="18612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130_Content Slide">
    <p:spTree>
      <p:nvGrpSpPr>
        <p:cNvPr id="1" name=""/>
        <p:cNvGrpSpPr/>
        <p:nvPr/>
      </p:nvGrpSpPr>
      <p:grpSpPr>
        <a:xfrm>
          <a:off x="0" y="0"/>
          <a:ext cx="0" cy="0"/>
          <a:chOff x="0" y="0"/>
          <a:chExt cx="0" cy="0"/>
        </a:xfrm>
      </p:grpSpPr>
      <p:sp>
        <p:nvSpPr>
          <p:cNvPr id="8"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bg1">
                    <a:lumMod val="65000"/>
                  </a:schemeClr>
                </a:solidFill>
                <a:cs typeface="Arial" pitchFamily="34" charset="0"/>
              </a:rPr>
              <a:t>© Copyright Company</a:t>
            </a:r>
            <a:r>
              <a:rPr lang="en-US" sz="800" baseline="0" dirty="0">
                <a:solidFill>
                  <a:schemeClr val="bg1">
                    <a:lumMod val="65000"/>
                  </a:schemeClr>
                </a:solidFill>
                <a:cs typeface="Arial" pitchFamily="34" charset="0"/>
              </a:rPr>
              <a:t> Name</a:t>
            </a:r>
            <a:r>
              <a:rPr lang="en-US" sz="800" dirty="0">
                <a:solidFill>
                  <a:schemeClr val="bg1">
                    <a:lumMod val="65000"/>
                  </a:schemeClr>
                </a:solidFill>
                <a:cs typeface="Arial" pitchFamily="34" charset="0"/>
              </a:rPr>
              <a:t> </a:t>
            </a:r>
          </a:p>
        </p:txBody>
      </p:sp>
      <p:sp>
        <p:nvSpPr>
          <p:cNvPr id="9"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bg1">
                    <a:lumMod val="65000"/>
                  </a:schemeClr>
                </a:solidFill>
              </a:rPr>
              <a:t>Presentation title in footer</a:t>
            </a:r>
          </a:p>
        </p:txBody>
      </p:sp>
      <p:sp>
        <p:nvSpPr>
          <p:cNvPr id="10"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bg1">
                    <a:lumMod val="65000"/>
                  </a:schemeClr>
                </a:solidFill>
                <a:latin typeface="+mn-lt"/>
              </a:rPr>
              <a:pPr algn="ctr" eaLnBrk="1" hangingPunct="1">
                <a:defRPr/>
              </a:pPr>
              <a:t>‹#›</a:t>
            </a:fld>
            <a:endParaRPr lang="en-GB" sz="800" dirty="0">
              <a:solidFill>
                <a:schemeClr val="bg1">
                  <a:lumMod val="65000"/>
                </a:schemeClr>
              </a:solidFill>
              <a:latin typeface="+mn-lt"/>
            </a:endParaRPr>
          </a:p>
        </p:txBody>
      </p:sp>
      <p:sp>
        <p:nvSpPr>
          <p:cNvPr id="5" name="그림 개체 틀 3"/>
          <p:cNvSpPr>
            <a:spLocks noGrp="1"/>
          </p:cNvSpPr>
          <p:nvPr>
            <p:ph type="pic" sz="quarter" idx="35" hasCustomPrompt="1"/>
          </p:nvPr>
        </p:nvSpPr>
        <p:spPr>
          <a:xfrm>
            <a:off x="6091286" y="2210165"/>
            <a:ext cx="3048697" cy="18612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6" name="그림 개체 틀 3"/>
          <p:cNvSpPr>
            <a:spLocks noGrp="1"/>
          </p:cNvSpPr>
          <p:nvPr>
            <p:ph type="pic" sz="quarter" idx="37" hasCustomPrompt="1"/>
          </p:nvPr>
        </p:nvSpPr>
        <p:spPr>
          <a:xfrm>
            <a:off x="3045642" y="2210165"/>
            <a:ext cx="3048697" cy="18612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7" name="그림 개체 틀 3"/>
          <p:cNvSpPr>
            <a:spLocks noGrp="1"/>
          </p:cNvSpPr>
          <p:nvPr>
            <p:ph type="pic" sz="quarter" idx="39" hasCustomPrompt="1"/>
          </p:nvPr>
        </p:nvSpPr>
        <p:spPr>
          <a:xfrm>
            <a:off x="-1" y="2210165"/>
            <a:ext cx="3048697" cy="18612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1" name="그림 개체 틀 3"/>
          <p:cNvSpPr>
            <a:spLocks noGrp="1"/>
          </p:cNvSpPr>
          <p:nvPr>
            <p:ph type="pic" sz="quarter" idx="42" hasCustomPrompt="1"/>
          </p:nvPr>
        </p:nvSpPr>
        <p:spPr>
          <a:xfrm>
            <a:off x="6091286" y="4067553"/>
            <a:ext cx="3048697" cy="18612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2" name="그림 개체 틀 3"/>
          <p:cNvSpPr>
            <a:spLocks noGrp="1"/>
          </p:cNvSpPr>
          <p:nvPr>
            <p:ph type="pic" sz="quarter" idx="43" hasCustomPrompt="1"/>
          </p:nvPr>
        </p:nvSpPr>
        <p:spPr>
          <a:xfrm>
            <a:off x="3045642" y="4067553"/>
            <a:ext cx="3048697" cy="18612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3" name="그림 개체 틀 3"/>
          <p:cNvSpPr>
            <a:spLocks noGrp="1"/>
          </p:cNvSpPr>
          <p:nvPr>
            <p:ph type="pic" sz="quarter" idx="44" hasCustomPrompt="1"/>
          </p:nvPr>
        </p:nvSpPr>
        <p:spPr>
          <a:xfrm>
            <a:off x="-1" y="4067553"/>
            <a:ext cx="3048697" cy="186120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124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12" name="그림 개체 틀 3"/>
          <p:cNvSpPr>
            <a:spLocks noGrp="1"/>
          </p:cNvSpPr>
          <p:nvPr>
            <p:ph type="pic" sz="quarter" idx="29" hasCustomPrompt="1"/>
          </p:nvPr>
        </p:nvSpPr>
        <p:spPr>
          <a:xfrm>
            <a:off x="719129" y="2215022"/>
            <a:ext cx="1870209" cy="190393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3" name="그림 개체 틀 3"/>
          <p:cNvSpPr>
            <a:spLocks noGrp="1"/>
          </p:cNvSpPr>
          <p:nvPr>
            <p:ph type="pic" sz="quarter" idx="30" hasCustomPrompt="1"/>
          </p:nvPr>
        </p:nvSpPr>
        <p:spPr>
          <a:xfrm>
            <a:off x="2628530" y="2215022"/>
            <a:ext cx="3706331" cy="190393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4" name="그림 개체 틀 3"/>
          <p:cNvSpPr>
            <a:spLocks noGrp="1"/>
          </p:cNvSpPr>
          <p:nvPr>
            <p:ph type="pic" sz="quarter" idx="31" hasCustomPrompt="1"/>
          </p:nvPr>
        </p:nvSpPr>
        <p:spPr>
          <a:xfrm>
            <a:off x="6374052" y="2215022"/>
            <a:ext cx="2102144" cy="190393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21" name="그림 개체 틀 3"/>
          <p:cNvSpPr>
            <a:spLocks noGrp="1"/>
          </p:cNvSpPr>
          <p:nvPr>
            <p:ph type="pic" sz="quarter" idx="32" hasCustomPrompt="1"/>
          </p:nvPr>
        </p:nvSpPr>
        <p:spPr>
          <a:xfrm>
            <a:off x="719130" y="4167666"/>
            <a:ext cx="3477773" cy="190393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22" name="그림 개체 틀 3"/>
          <p:cNvSpPr>
            <a:spLocks noGrp="1"/>
          </p:cNvSpPr>
          <p:nvPr>
            <p:ph type="pic" sz="quarter" idx="33" hasCustomPrompt="1"/>
          </p:nvPr>
        </p:nvSpPr>
        <p:spPr>
          <a:xfrm>
            <a:off x="4234405" y="4167666"/>
            <a:ext cx="2102144" cy="190393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23" name="그림 개체 틀 3"/>
          <p:cNvSpPr>
            <a:spLocks noGrp="1"/>
          </p:cNvSpPr>
          <p:nvPr>
            <p:ph type="pic" sz="quarter" idx="34" hasCustomPrompt="1"/>
          </p:nvPr>
        </p:nvSpPr>
        <p:spPr>
          <a:xfrm>
            <a:off x="6374052" y="4167666"/>
            <a:ext cx="2102144" cy="1903930"/>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102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15" name="그림 개체 틀 3"/>
          <p:cNvSpPr>
            <a:spLocks noGrp="1"/>
          </p:cNvSpPr>
          <p:nvPr>
            <p:ph type="pic" sz="quarter" idx="26" hasCustomPrompt="1"/>
          </p:nvPr>
        </p:nvSpPr>
        <p:spPr>
          <a:xfrm>
            <a:off x="1" y="1"/>
            <a:ext cx="9132589" cy="6856412"/>
          </a:xfrm>
          <a:prstGeom prst="parallelogram">
            <a:avLst>
              <a:gd name="adj" fmla="val 83291"/>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88018" indent="-288018" algn="ctr">
              <a:buNone/>
              <a:defRPr lang="ko-KR" altLang="en-US" sz="800" kern="1200" baseline="0" dirty="0">
                <a:solidFill>
                  <a:schemeClr val="tx1"/>
                </a:solidFill>
                <a:latin typeface="+mn-lt"/>
                <a:ea typeface="+mn-ea"/>
                <a:cs typeface="+mn-cs"/>
              </a:defRPr>
            </a:lvl1pPr>
          </a:lstStyle>
          <a:p>
            <a:pPr marL="0" lvl="0" indent="0" algn="ctr" defTabSz="768046"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104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7" name="그림 개체 틀 3"/>
          <p:cNvSpPr>
            <a:spLocks noGrp="1"/>
          </p:cNvSpPr>
          <p:nvPr>
            <p:ph type="pic" sz="quarter" idx="26" hasCustomPrompt="1"/>
          </p:nvPr>
        </p:nvSpPr>
        <p:spPr>
          <a:xfrm flipH="1">
            <a:off x="3339533" y="0"/>
            <a:ext cx="5804466" cy="6856412"/>
          </a:xfrm>
          <a:custGeom>
            <a:avLst/>
            <a:gdLst>
              <a:gd name="connsiteX0" fmla="*/ 0 w 4500562"/>
              <a:gd name="connsiteY0" fmla="*/ 0 h 6858000"/>
              <a:gd name="connsiteX1" fmla="*/ 4500562 w 4500562"/>
              <a:gd name="connsiteY1" fmla="*/ 0 h 6858000"/>
              <a:gd name="connsiteX2" fmla="*/ 4500562 w 4500562"/>
              <a:gd name="connsiteY2" fmla="*/ 6858000 h 6858000"/>
              <a:gd name="connsiteX3" fmla="*/ 0 w 4500562"/>
              <a:gd name="connsiteY3" fmla="*/ 6858000 h 6858000"/>
              <a:gd name="connsiteX4" fmla="*/ 0 w 4500562"/>
              <a:gd name="connsiteY4" fmla="*/ 0 h 6858000"/>
              <a:gd name="connsiteX0" fmla="*/ 0 w 6357918"/>
              <a:gd name="connsiteY0" fmla="*/ 0 h 6858000"/>
              <a:gd name="connsiteX1" fmla="*/ 4500562 w 6357918"/>
              <a:gd name="connsiteY1" fmla="*/ 0 h 6858000"/>
              <a:gd name="connsiteX2" fmla="*/ 6357918 w 6357918"/>
              <a:gd name="connsiteY2" fmla="*/ 6858000 h 6858000"/>
              <a:gd name="connsiteX3" fmla="*/ 0 w 6357918"/>
              <a:gd name="connsiteY3" fmla="*/ 6858000 h 6858000"/>
              <a:gd name="connsiteX4" fmla="*/ 0 w 6357918"/>
              <a:gd name="connsiteY4" fmla="*/ 0 h 6858000"/>
              <a:gd name="connsiteX0" fmla="*/ 0 w 6357918"/>
              <a:gd name="connsiteY0" fmla="*/ 0 h 6858000"/>
              <a:gd name="connsiteX1" fmla="*/ 3857588 w 6357918"/>
              <a:gd name="connsiteY1" fmla="*/ 0 h 6858000"/>
              <a:gd name="connsiteX2" fmla="*/ 6357918 w 6357918"/>
              <a:gd name="connsiteY2" fmla="*/ 6858000 h 6858000"/>
              <a:gd name="connsiteX3" fmla="*/ 0 w 6357918"/>
              <a:gd name="connsiteY3" fmla="*/ 6858000 h 6858000"/>
              <a:gd name="connsiteX4" fmla="*/ 0 w 6357918"/>
              <a:gd name="connsiteY4" fmla="*/ 0 h 6858000"/>
              <a:gd name="connsiteX0" fmla="*/ 0 w 6357918"/>
              <a:gd name="connsiteY0" fmla="*/ 0 h 6858000"/>
              <a:gd name="connsiteX1" fmla="*/ 3286052 w 6357918"/>
              <a:gd name="connsiteY1" fmla="*/ 0 h 6858000"/>
              <a:gd name="connsiteX2" fmla="*/ 6357918 w 6357918"/>
              <a:gd name="connsiteY2" fmla="*/ 6858000 h 6858000"/>
              <a:gd name="connsiteX3" fmla="*/ 0 w 6357918"/>
              <a:gd name="connsiteY3" fmla="*/ 6858000 h 6858000"/>
              <a:gd name="connsiteX4" fmla="*/ 0 w 6357918"/>
              <a:gd name="connsiteY4" fmla="*/ 0 h 6858000"/>
              <a:gd name="connsiteX0" fmla="*/ 0 w 5857820"/>
              <a:gd name="connsiteY0" fmla="*/ 0 h 6858000"/>
              <a:gd name="connsiteX1" fmla="*/ 3286052 w 5857820"/>
              <a:gd name="connsiteY1" fmla="*/ 0 h 6858000"/>
              <a:gd name="connsiteX2" fmla="*/ 5857820 w 5857820"/>
              <a:gd name="connsiteY2" fmla="*/ 6858000 h 6858000"/>
              <a:gd name="connsiteX3" fmla="*/ 0 w 5857820"/>
              <a:gd name="connsiteY3" fmla="*/ 6858000 h 6858000"/>
              <a:gd name="connsiteX4" fmla="*/ 0 w 585782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57820" h="6858000">
                <a:moveTo>
                  <a:pt x="0" y="0"/>
                </a:moveTo>
                <a:lnTo>
                  <a:pt x="3286052" y="0"/>
                </a:lnTo>
                <a:lnTo>
                  <a:pt x="5857820" y="6858000"/>
                </a:lnTo>
                <a:lnTo>
                  <a:pt x="0" y="6858000"/>
                </a:lnTo>
                <a:lnTo>
                  <a:pt x="0" y="0"/>
                </a:lnTo>
                <a:close/>
              </a:path>
            </a:pathLst>
          </a:cu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lvl1pPr marL="288018" indent="-288018" algn="ctr">
              <a:buNone/>
              <a:defRPr lang="ko-KR" altLang="en-US" sz="800" kern="1200" baseline="0" dirty="0">
                <a:solidFill>
                  <a:schemeClr val="tx1"/>
                </a:solidFill>
                <a:latin typeface="+mn-lt"/>
                <a:ea typeface="+mn-ea"/>
                <a:cs typeface="+mn-cs"/>
              </a:defRPr>
            </a:lvl1pPr>
          </a:lstStyle>
          <a:p>
            <a:pPr marL="0" lvl="0" indent="0" algn="ctr" defTabSz="768046" rtl="0" eaLnBrk="1" latinLnBrk="1" hangingPunct="1">
              <a:spcBef>
                <a:spcPct val="20000"/>
              </a:spcBef>
            </a:pPr>
            <a:r>
              <a:rPr lang="en-US" altLang="ko-KR" dirty="0"/>
              <a:t>Insert Image</a:t>
            </a:r>
            <a:endParaRPr lang="ko-KR" altLang="en-US" dirty="0"/>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Tree>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120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6654689" y="857827"/>
            <a:ext cx="1964801" cy="260939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15" name="그림 개체 틀 3"/>
          <p:cNvSpPr>
            <a:spLocks noGrp="1"/>
          </p:cNvSpPr>
          <p:nvPr>
            <p:ph type="pic" sz="quarter" idx="28" hasCustomPrompt="1"/>
          </p:nvPr>
        </p:nvSpPr>
        <p:spPr>
          <a:xfrm>
            <a:off x="2616583" y="857827"/>
            <a:ext cx="1963156" cy="260939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6" name="그림 개체 틀 3"/>
          <p:cNvSpPr>
            <a:spLocks noGrp="1"/>
          </p:cNvSpPr>
          <p:nvPr>
            <p:ph type="pic" sz="quarter" idx="29" hasCustomPrompt="1"/>
          </p:nvPr>
        </p:nvSpPr>
        <p:spPr>
          <a:xfrm>
            <a:off x="606674" y="3533620"/>
            <a:ext cx="3973065" cy="260939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7" name="그림 개체 틀 3"/>
          <p:cNvSpPr>
            <a:spLocks noGrp="1"/>
          </p:cNvSpPr>
          <p:nvPr>
            <p:ph type="pic" sz="quarter" idx="30" hasCustomPrompt="1"/>
          </p:nvPr>
        </p:nvSpPr>
        <p:spPr>
          <a:xfrm>
            <a:off x="4636303" y="857827"/>
            <a:ext cx="1964801" cy="5285188"/>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9" name="그림 개체 틀 3"/>
          <p:cNvSpPr>
            <a:spLocks noGrp="1"/>
          </p:cNvSpPr>
          <p:nvPr>
            <p:ph type="pic" sz="quarter" idx="31" hasCustomPrompt="1"/>
          </p:nvPr>
        </p:nvSpPr>
        <p:spPr>
          <a:xfrm>
            <a:off x="6654689" y="3533620"/>
            <a:ext cx="1964801" cy="260939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22" name="그림 개체 틀 3"/>
          <p:cNvSpPr>
            <a:spLocks noGrp="1"/>
          </p:cNvSpPr>
          <p:nvPr>
            <p:ph type="pic" sz="quarter" idx="32" hasCustomPrompt="1"/>
          </p:nvPr>
        </p:nvSpPr>
        <p:spPr>
          <a:xfrm>
            <a:off x="606673" y="857827"/>
            <a:ext cx="1963156" cy="260939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121_Content Slide">
    <p:spTree>
      <p:nvGrpSpPr>
        <p:cNvPr id="1" name=""/>
        <p:cNvGrpSpPr/>
        <p:nvPr/>
      </p:nvGrpSpPr>
      <p:grpSpPr>
        <a:xfrm>
          <a:off x="0" y="0"/>
          <a:ext cx="0" cy="0"/>
          <a:chOff x="0" y="0"/>
          <a:chExt cx="0" cy="0"/>
        </a:xfrm>
      </p:grpSpPr>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16" name="그림 개체 틀 3"/>
          <p:cNvSpPr>
            <a:spLocks noGrp="1"/>
          </p:cNvSpPr>
          <p:nvPr>
            <p:ph type="pic" sz="quarter" idx="29" hasCustomPrompt="1"/>
          </p:nvPr>
        </p:nvSpPr>
        <p:spPr>
          <a:xfrm>
            <a:off x="606674" y="857827"/>
            <a:ext cx="3973065" cy="260939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7" name="그림 개체 틀 3"/>
          <p:cNvSpPr>
            <a:spLocks noGrp="1"/>
          </p:cNvSpPr>
          <p:nvPr>
            <p:ph type="pic" sz="quarter" idx="30" hasCustomPrompt="1"/>
          </p:nvPr>
        </p:nvSpPr>
        <p:spPr>
          <a:xfrm>
            <a:off x="4636303" y="857827"/>
            <a:ext cx="1964801" cy="5285188"/>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2" name="그림 개체 틀 3"/>
          <p:cNvSpPr>
            <a:spLocks noGrp="1"/>
          </p:cNvSpPr>
          <p:nvPr>
            <p:ph type="pic" sz="quarter" idx="27" hasCustomPrompt="1"/>
          </p:nvPr>
        </p:nvSpPr>
        <p:spPr>
          <a:xfrm>
            <a:off x="6654689" y="857828"/>
            <a:ext cx="1964801" cy="2015533"/>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3" name="그림 개체 틀 3"/>
          <p:cNvSpPr>
            <a:spLocks noGrp="1"/>
          </p:cNvSpPr>
          <p:nvPr>
            <p:ph type="pic" sz="quarter" idx="33" hasCustomPrompt="1"/>
          </p:nvPr>
        </p:nvSpPr>
        <p:spPr>
          <a:xfrm>
            <a:off x="6654689" y="2929050"/>
            <a:ext cx="1964801" cy="321396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4" name="그림 개체 틀 3"/>
          <p:cNvSpPr>
            <a:spLocks noGrp="1"/>
          </p:cNvSpPr>
          <p:nvPr>
            <p:ph type="pic" sz="quarter" idx="34" hasCustomPrompt="1"/>
          </p:nvPr>
        </p:nvSpPr>
        <p:spPr>
          <a:xfrm>
            <a:off x="2160653" y="3533620"/>
            <a:ext cx="2419086" cy="260939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8" name="그림 개체 틀 3"/>
          <p:cNvSpPr>
            <a:spLocks noGrp="1"/>
          </p:cNvSpPr>
          <p:nvPr>
            <p:ph type="pic" sz="quarter" idx="35" hasCustomPrompt="1"/>
          </p:nvPr>
        </p:nvSpPr>
        <p:spPr>
          <a:xfrm>
            <a:off x="606674" y="3533620"/>
            <a:ext cx="1500395" cy="260939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118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6654689" y="857827"/>
            <a:ext cx="1964801" cy="260939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12" name="그림 개체 틀 3"/>
          <p:cNvSpPr>
            <a:spLocks noGrp="1"/>
          </p:cNvSpPr>
          <p:nvPr>
            <p:ph type="pic" sz="quarter" idx="27" hasCustomPrompt="1"/>
          </p:nvPr>
        </p:nvSpPr>
        <p:spPr>
          <a:xfrm>
            <a:off x="4636303" y="857828"/>
            <a:ext cx="1964801" cy="2015533"/>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5" name="그림 개체 틀 3"/>
          <p:cNvSpPr>
            <a:spLocks noGrp="1"/>
          </p:cNvSpPr>
          <p:nvPr>
            <p:ph type="pic" sz="quarter" idx="28" hasCustomPrompt="1"/>
          </p:nvPr>
        </p:nvSpPr>
        <p:spPr>
          <a:xfrm>
            <a:off x="2374995" y="857827"/>
            <a:ext cx="2214867" cy="260939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6" name="그림 개체 틀 3"/>
          <p:cNvSpPr>
            <a:spLocks noGrp="1"/>
          </p:cNvSpPr>
          <p:nvPr>
            <p:ph type="pic" sz="quarter" idx="29" hasCustomPrompt="1"/>
          </p:nvPr>
        </p:nvSpPr>
        <p:spPr>
          <a:xfrm>
            <a:off x="606674" y="3533620"/>
            <a:ext cx="3973065" cy="260939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7" name="그림 개체 틀 3"/>
          <p:cNvSpPr>
            <a:spLocks noGrp="1"/>
          </p:cNvSpPr>
          <p:nvPr>
            <p:ph type="pic" sz="quarter" idx="30" hasCustomPrompt="1"/>
          </p:nvPr>
        </p:nvSpPr>
        <p:spPr>
          <a:xfrm>
            <a:off x="4636303" y="2929050"/>
            <a:ext cx="1964801" cy="321396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9" name="그림 개체 틀 3"/>
          <p:cNvSpPr>
            <a:spLocks noGrp="1"/>
          </p:cNvSpPr>
          <p:nvPr>
            <p:ph type="pic" sz="quarter" idx="31" hasCustomPrompt="1"/>
          </p:nvPr>
        </p:nvSpPr>
        <p:spPr>
          <a:xfrm>
            <a:off x="6654689" y="3533620"/>
            <a:ext cx="1964801" cy="260939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22" name="그림 개체 틀 3"/>
          <p:cNvSpPr>
            <a:spLocks noGrp="1"/>
          </p:cNvSpPr>
          <p:nvPr>
            <p:ph type="pic" sz="quarter" idx="32" hasCustomPrompt="1"/>
          </p:nvPr>
        </p:nvSpPr>
        <p:spPr>
          <a:xfrm>
            <a:off x="606674" y="857827"/>
            <a:ext cx="1714736" cy="260939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127_Content Slide">
    <p:spTree>
      <p:nvGrpSpPr>
        <p:cNvPr id="1" name=""/>
        <p:cNvGrpSpPr/>
        <p:nvPr/>
      </p:nvGrpSpPr>
      <p:grpSpPr>
        <a:xfrm>
          <a:off x="0" y="0"/>
          <a:ext cx="0" cy="0"/>
          <a:chOff x="0" y="0"/>
          <a:chExt cx="0" cy="0"/>
        </a:xfrm>
      </p:grpSpPr>
      <p:sp>
        <p:nvSpPr>
          <p:cNvPr id="8"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bg1">
                    <a:lumMod val="65000"/>
                  </a:schemeClr>
                </a:solidFill>
                <a:cs typeface="Arial" pitchFamily="34" charset="0"/>
              </a:rPr>
              <a:t>© Copyright Company</a:t>
            </a:r>
            <a:r>
              <a:rPr lang="en-US" sz="800" baseline="0" dirty="0">
                <a:solidFill>
                  <a:schemeClr val="bg1">
                    <a:lumMod val="65000"/>
                  </a:schemeClr>
                </a:solidFill>
                <a:cs typeface="Arial" pitchFamily="34" charset="0"/>
              </a:rPr>
              <a:t> Name</a:t>
            </a:r>
            <a:r>
              <a:rPr lang="en-US" sz="800" dirty="0">
                <a:solidFill>
                  <a:schemeClr val="bg1">
                    <a:lumMod val="65000"/>
                  </a:schemeClr>
                </a:solidFill>
                <a:cs typeface="Arial" pitchFamily="34" charset="0"/>
              </a:rPr>
              <a:t> </a:t>
            </a:r>
          </a:p>
        </p:txBody>
      </p:sp>
      <p:sp>
        <p:nvSpPr>
          <p:cNvPr id="9"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bg1">
                    <a:lumMod val="65000"/>
                  </a:schemeClr>
                </a:solidFill>
              </a:rPr>
              <a:t>Presentation title in footer</a:t>
            </a:r>
          </a:p>
        </p:txBody>
      </p:sp>
      <p:sp>
        <p:nvSpPr>
          <p:cNvPr id="10"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bg1">
                    <a:lumMod val="65000"/>
                  </a:schemeClr>
                </a:solidFill>
                <a:latin typeface="+mn-lt"/>
              </a:rPr>
              <a:pPr algn="ctr" eaLnBrk="1" hangingPunct="1">
                <a:defRPr/>
              </a:pPr>
              <a:t>‹#›</a:t>
            </a:fld>
            <a:endParaRPr lang="en-GB" sz="800" dirty="0">
              <a:solidFill>
                <a:schemeClr val="bg1">
                  <a:lumMod val="65000"/>
                </a:schemeClr>
              </a:solidFill>
              <a:latin typeface="+mn-lt"/>
            </a:endParaRPr>
          </a:p>
        </p:txBody>
      </p:sp>
      <p:sp>
        <p:nvSpPr>
          <p:cNvPr id="5" name="그림 개체 틀 3"/>
          <p:cNvSpPr>
            <a:spLocks noGrp="1"/>
          </p:cNvSpPr>
          <p:nvPr>
            <p:ph type="pic" sz="quarter" idx="26" hasCustomPrompt="1"/>
          </p:nvPr>
        </p:nvSpPr>
        <p:spPr>
          <a:xfrm>
            <a:off x="6654689" y="857827"/>
            <a:ext cx="1964801" cy="3088085"/>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6" name="그림 개체 틀 3"/>
          <p:cNvSpPr>
            <a:spLocks noGrp="1"/>
          </p:cNvSpPr>
          <p:nvPr>
            <p:ph type="pic" sz="quarter" idx="27" hasCustomPrompt="1"/>
          </p:nvPr>
        </p:nvSpPr>
        <p:spPr>
          <a:xfrm>
            <a:off x="4636303" y="857828"/>
            <a:ext cx="1964801" cy="2015533"/>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7" name="그림 개체 틀 3"/>
          <p:cNvSpPr>
            <a:spLocks noGrp="1"/>
          </p:cNvSpPr>
          <p:nvPr>
            <p:ph type="pic" sz="quarter" idx="28" hasCustomPrompt="1"/>
          </p:nvPr>
        </p:nvSpPr>
        <p:spPr>
          <a:xfrm>
            <a:off x="3018022" y="857827"/>
            <a:ext cx="1571841" cy="260939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1" name="그림 개체 틀 3"/>
          <p:cNvSpPr>
            <a:spLocks noGrp="1"/>
          </p:cNvSpPr>
          <p:nvPr>
            <p:ph type="pic" sz="quarter" idx="29" hasCustomPrompt="1"/>
          </p:nvPr>
        </p:nvSpPr>
        <p:spPr>
          <a:xfrm>
            <a:off x="606674" y="3533620"/>
            <a:ext cx="3973065" cy="260939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2" name="그림 개체 틀 3"/>
          <p:cNvSpPr>
            <a:spLocks noGrp="1"/>
          </p:cNvSpPr>
          <p:nvPr>
            <p:ph type="pic" sz="quarter" idx="30" hasCustomPrompt="1"/>
          </p:nvPr>
        </p:nvSpPr>
        <p:spPr>
          <a:xfrm>
            <a:off x="4636303" y="2929050"/>
            <a:ext cx="1964801" cy="321396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3" name="그림 개체 틀 3"/>
          <p:cNvSpPr>
            <a:spLocks noGrp="1"/>
          </p:cNvSpPr>
          <p:nvPr>
            <p:ph type="pic" sz="quarter" idx="31" hasCustomPrompt="1"/>
          </p:nvPr>
        </p:nvSpPr>
        <p:spPr>
          <a:xfrm>
            <a:off x="6654689" y="4000372"/>
            <a:ext cx="1964801" cy="2142644"/>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4" name="그림 개체 틀 3"/>
          <p:cNvSpPr>
            <a:spLocks noGrp="1"/>
          </p:cNvSpPr>
          <p:nvPr>
            <p:ph type="pic" sz="quarter" idx="32" hasCustomPrompt="1"/>
          </p:nvPr>
        </p:nvSpPr>
        <p:spPr>
          <a:xfrm>
            <a:off x="606675" y="857827"/>
            <a:ext cx="2357762" cy="260939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123_Content Slide">
    <p:spTree>
      <p:nvGrpSpPr>
        <p:cNvPr id="1" name=""/>
        <p:cNvGrpSpPr/>
        <p:nvPr/>
      </p:nvGrpSpPr>
      <p:grpSpPr>
        <a:xfrm>
          <a:off x="0" y="0"/>
          <a:ext cx="0" cy="0"/>
          <a:chOff x="0" y="0"/>
          <a:chExt cx="0" cy="0"/>
        </a:xfrm>
      </p:grpSpPr>
      <p:sp>
        <p:nvSpPr>
          <p:cNvPr id="8" name="그림 개체 틀 3"/>
          <p:cNvSpPr>
            <a:spLocks noGrp="1"/>
          </p:cNvSpPr>
          <p:nvPr>
            <p:ph type="pic" sz="quarter" idx="26" hasCustomPrompt="1"/>
          </p:nvPr>
        </p:nvSpPr>
        <p:spPr>
          <a:xfrm>
            <a:off x="6654689" y="857827"/>
            <a:ext cx="1964801" cy="3088085"/>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9" name="Rectangle 7"/>
          <p:cNvSpPr>
            <a:spLocks noChangeArrowheads="1"/>
          </p:cNvSpPr>
          <p:nvPr userDrawn="1"/>
        </p:nvSpPr>
        <p:spPr bwMode="auto">
          <a:xfrm>
            <a:off x="714350" y="6423129"/>
            <a:ext cx="2322513"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defRPr/>
            </a:pPr>
            <a:r>
              <a:rPr lang="en-US" sz="800" dirty="0">
                <a:solidFill>
                  <a:schemeClr val="tx1">
                    <a:lumMod val="50000"/>
                    <a:lumOff val="50000"/>
                  </a:schemeClr>
                </a:solidFill>
                <a:cs typeface="Arial" pitchFamily="34" charset="0"/>
              </a:rPr>
              <a:t>© Copyright Company</a:t>
            </a:r>
            <a:r>
              <a:rPr lang="en-US" sz="800" baseline="0" dirty="0">
                <a:solidFill>
                  <a:schemeClr val="tx1">
                    <a:lumMod val="50000"/>
                    <a:lumOff val="50000"/>
                  </a:schemeClr>
                </a:solidFill>
                <a:cs typeface="Arial" pitchFamily="34" charset="0"/>
              </a:rPr>
              <a:t> Name</a:t>
            </a:r>
            <a:r>
              <a:rPr lang="en-US" sz="800" dirty="0">
                <a:solidFill>
                  <a:schemeClr val="tx1">
                    <a:lumMod val="50000"/>
                    <a:lumOff val="50000"/>
                  </a:schemeClr>
                </a:solidFill>
                <a:cs typeface="Arial" pitchFamily="34" charset="0"/>
              </a:rPr>
              <a:t> </a:t>
            </a:r>
          </a:p>
        </p:txBody>
      </p:sp>
      <p:sp>
        <p:nvSpPr>
          <p:cNvPr id="10" name="Rectangle 7"/>
          <p:cNvSpPr>
            <a:spLocks noChangeArrowheads="1"/>
          </p:cNvSpPr>
          <p:nvPr userDrawn="1"/>
        </p:nvSpPr>
        <p:spPr bwMode="auto">
          <a:xfrm>
            <a:off x="5857884" y="6423129"/>
            <a:ext cx="2214578"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r">
              <a:defRPr/>
            </a:pPr>
            <a:r>
              <a:rPr lang="en-US" sz="800" dirty="0">
                <a:solidFill>
                  <a:schemeClr val="tx1">
                    <a:lumMod val="50000"/>
                    <a:lumOff val="50000"/>
                  </a:schemeClr>
                </a:solidFill>
              </a:rPr>
              <a:t>Presentation title in footer</a:t>
            </a:r>
          </a:p>
        </p:txBody>
      </p:sp>
      <p:sp>
        <p:nvSpPr>
          <p:cNvPr id="11" name="Rectangle 7"/>
          <p:cNvSpPr>
            <a:spLocks noChangeArrowheads="1"/>
          </p:cNvSpPr>
          <p:nvPr userDrawn="1"/>
        </p:nvSpPr>
        <p:spPr bwMode="auto">
          <a:xfrm>
            <a:off x="8072462" y="6423129"/>
            <a:ext cx="500066" cy="2872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0" tIns="0" rIns="0" bIns="0" anchor="ctr"/>
          <a:lstStyle/>
          <a:p>
            <a:pPr algn="ctr" eaLnBrk="1" hangingPunct="1">
              <a:defRPr/>
            </a:pPr>
            <a:fld id="{FFF1A63A-3C88-468D-9DE5-EDAF1F8ED471}" type="slidenum">
              <a:rPr lang="en-GB" sz="800" smtClean="0">
                <a:solidFill>
                  <a:schemeClr val="tx1">
                    <a:lumMod val="50000"/>
                    <a:lumOff val="50000"/>
                  </a:schemeClr>
                </a:solidFill>
                <a:latin typeface="+mn-lt"/>
              </a:rPr>
              <a:pPr algn="ctr" eaLnBrk="1" hangingPunct="1">
                <a:defRPr/>
              </a:pPr>
              <a:t>‹#›</a:t>
            </a:fld>
            <a:endParaRPr lang="en-GB" sz="800" dirty="0">
              <a:solidFill>
                <a:schemeClr val="tx1">
                  <a:lumMod val="50000"/>
                  <a:lumOff val="50000"/>
                </a:schemeClr>
              </a:solidFill>
              <a:latin typeface="+mn-lt"/>
            </a:endParaRPr>
          </a:p>
        </p:txBody>
      </p:sp>
      <p:sp>
        <p:nvSpPr>
          <p:cNvPr id="12" name="그림 개체 틀 3"/>
          <p:cNvSpPr>
            <a:spLocks noGrp="1"/>
          </p:cNvSpPr>
          <p:nvPr>
            <p:ph type="pic" sz="quarter" idx="27" hasCustomPrompt="1"/>
          </p:nvPr>
        </p:nvSpPr>
        <p:spPr>
          <a:xfrm>
            <a:off x="4636303" y="857828"/>
            <a:ext cx="1964801" cy="2015533"/>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6" name="그림 개체 틀 3"/>
          <p:cNvSpPr>
            <a:spLocks noGrp="1"/>
          </p:cNvSpPr>
          <p:nvPr>
            <p:ph type="pic" sz="quarter" idx="29" hasCustomPrompt="1"/>
          </p:nvPr>
        </p:nvSpPr>
        <p:spPr>
          <a:xfrm>
            <a:off x="606674" y="3533620"/>
            <a:ext cx="3973065" cy="260939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7" name="그림 개체 틀 3"/>
          <p:cNvSpPr>
            <a:spLocks noGrp="1"/>
          </p:cNvSpPr>
          <p:nvPr>
            <p:ph type="pic" sz="quarter" idx="30" hasCustomPrompt="1"/>
          </p:nvPr>
        </p:nvSpPr>
        <p:spPr>
          <a:xfrm>
            <a:off x="4636303" y="2929050"/>
            <a:ext cx="1964801" cy="321396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9" name="그림 개체 틀 3"/>
          <p:cNvSpPr>
            <a:spLocks noGrp="1"/>
          </p:cNvSpPr>
          <p:nvPr>
            <p:ph type="pic" sz="quarter" idx="31" hasCustomPrompt="1"/>
          </p:nvPr>
        </p:nvSpPr>
        <p:spPr>
          <a:xfrm>
            <a:off x="6654689" y="4000372"/>
            <a:ext cx="1964801" cy="2142644"/>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22" name="그림 개체 틀 3"/>
          <p:cNvSpPr>
            <a:spLocks noGrp="1"/>
          </p:cNvSpPr>
          <p:nvPr>
            <p:ph type="pic" sz="quarter" idx="32" hasCustomPrompt="1"/>
          </p:nvPr>
        </p:nvSpPr>
        <p:spPr>
          <a:xfrm>
            <a:off x="606673" y="857827"/>
            <a:ext cx="1290768" cy="260939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3" name="그림 개체 틀 3"/>
          <p:cNvSpPr>
            <a:spLocks noGrp="1"/>
          </p:cNvSpPr>
          <p:nvPr>
            <p:ph type="pic" sz="quarter" idx="33" hasCustomPrompt="1"/>
          </p:nvPr>
        </p:nvSpPr>
        <p:spPr>
          <a:xfrm>
            <a:off x="1947822" y="857827"/>
            <a:ext cx="1290768" cy="260939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
        <p:nvSpPr>
          <p:cNvPr id="14" name="그림 개체 틀 3"/>
          <p:cNvSpPr>
            <a:spLocks noGrp="1"/>
          </p:cNvSpPr>
          <p:nvPr>
            <p:ph type="pic" sz="quarter" idx="34" hasCustomPrompt="1"/>
          </p:nvPr>
        </p:nvSpPr>
        <p:spPr>
          <a:xfrm>
            <a:off x="3288971" y="857827"/>
            <a:ext cx="1290768" cy="2609396"/>
          </a:xfrm>
          <a:prstGeom prst="rect">
            <a:avLst/>
          </a:prstGeom>
          <a:pattFill prst="ltDnDiag">
            <a:fgClr>
              <a:schemeClr val="bg1">
                <a:lumMod val="75000"/>
              </a:schemeClr>
            </a:fgClr>
            <a:bgClr>
              <a:schemeClr val="bg1"/>
            </a:bgClr>
          </a:pattFill>
          <a:ln>
            <a:noFill/>
          </a:ln>
        </p:spPr>
        <p:style>
          <a:lnRef idx="2">
            <a:schemeClr val="dk1">
              <a:shade val="50000"/>
            </a:schemeClr>
          </a:lnRef>
          <a:fillRef idx="1">
            <a:schemeClr val="dk1"/>
          </a:fillRef>
          <a:effectRef idx="0">
            <a:schemeClr val="dk1"/>
          </a:effectRef>
          <a:fontRef idx="minor">
            <a:schemeClr val="lt1"/>
          </a:fontRef>
        </p:style>
        <p:txBody>
          <a:bodyPr rtlCol="0" anchor="ctr">
            <a:normAutofit/>
          </a:bodyPr>
          <a:lstStyle>
            <a:lvl1pPr marL="384014" indent="-384014" algn="ctr">
              <a:buNone/>
              <a:defRPr lang="ko-KR" altLang="en-US" sz="800" kern="1200" baseline="0" dirty="0">
                <a:solidFill>
                  <a:schemeClr val="tx1"/>
                </a:solidFill>
                <a:latin typeface="+mn-lt"/>
                <a:ea typeface="+mn-ea"/>
                <a:cs typeface="+mn-cs"/>
              </a:defRPr>
            </a:lvl1pPr>
          </a:lstStyle>
          <a:p>
            <a:pPr marL="0" lvl="0" indent="0" algn="ctr" defTabSz="1024037" rtl="0" eaLnBrk="1" latinLnBrk="1" hangingPunct="1">
              <a:spcBef>
                <a:spcPct val="20000"/>
              </a:spcBef>
            </a:pPr>
            <a:r>
              <a:rPr lang="en-US" altLang="ko-KR" dirty="0"/>
              <a:t>Insert Image</a:t>
            </a:r>
            <a:endParaRPr lang="ko-KR" altLang="en-US"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image" Target="../media/image1.jpeg"/><Relationship Id="rId61" Type="http://schemas.openxmlformats.org/officeDocument/2006/relationships/slideLayout" Target="../slideLayouts/slideLayout61.xml"/><Relationship Id="rId82" Type="http://schemas.openxmlformats.org/officeDocument/2006/relationships/slideLayout" Target="../slideLayouts/slideLayout8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87">
            <a:lum/>
          </a:blip>
          <a:srcRect/>
          <a:stretch>
            <a:fillRect/>
          </a:stretch>
        </a:blipFill>
        <a:effectLst/>
      </p:bgPr>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457200" y="274639"/>
            <a:ext cx="8229600" cy="1143000"/>
          </a:xfrm>
          <a:prstGeom prst="rect">
            <a:avLst/>
          </a:prstGeom>
        </p:spPr>
        <p:txBody>
          <a:bodyPr vert="horz" lIns="102380" tIns="51189" rIns="102380" bIns="51189" rtlCol="0" anchor="ctr">
            <a:normAutofit/>
          </a:bodyPr>
          <a:lstStyle/>
          <a:p>
            <a:r>
              <a:rPr lang="ko-KR" altLang="en-US" dirty="0"/>
              <a:t>마스터 제목 스타일 편집</a:t>
            </a:r>
          </a:p>
        </p:txBody>
      </p:sp>
      <p:sp>
        <p:nvSpPr>
          <p:cNvPr id="3" name="텍스트 개체 틀 2"/>
          <p:cNvSpPr>
            <a:spLocks noGrp="1"/>
          </p:cNvSpPr>
          <p:nvPr>
            <p:ph type="body" idx="1"/>
          </p:nvPr>
        </p:nvSpPr>
        <p:spPr>
          <a:xfrm>
            <a:off x="457200" y="1600203"/>
            <a:ext cx="8229600" cy="4525963"/>
          </a:xfrm>
          <a:prstGeom prst="rect">
            <a:avLst/>
          </a:prstGeom>
        </p:spPr>
        <p:txBody>
          <a:bodyPr vert="horz" lIns="102380" tIns="51189" rIns="102380" bIns="51189" rtlCol="0">
            <a:normAutofit/>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날짜 개체 틀 3"/>
          <p:cNvSpPr>
            <a:spLocks noGrp="1"/>
          </p:cNvSpPr>
          <p:nvPr>
            <p:ph type="dt" sz="half" idx="2"/>
          </p:nvPr>
        </p:nvSpPr>
        <p:spPr>
          <a:xfrm>
            <a:off x="457200" y="6356350"/>
            <a:ext cx="2133600" cy="365125"/>
          </a:xfrm>
          <a:prstGeom prst="rect">
            <a:avLst/>
          </a:prstGeom>
        </p:spPr>
        <p:txBody>
          <a:bodyPr vert="horz" lIns="102380" tIns="51189" rIns="102380" bIns="51189" rtlCol="0" anchor="ctr"/>
          <a:lstStyle>
            <a:lvl1pPr algn="l">
              <a:defRPr sz="1300">
                <a:solidFill>
                  <a:schemeClr val="tx1">
                    <a:tint val="75000"/>
                  </a:schemeClr>
                </a:solidFill>
              </a:defRPr>
            </a:lvl1pPr>
          </a:lstStyle>
          <a:p>
            <a:fld id="{204FFF52-5CE3-46CC-AD51-C0761A45BE53}" type="datetimeFigureOut">
              <a:rPr lang="ko-KR" altLang="en-US" smtClean="0"/>
              <a:pPr/>
              <a:t>2023-11-17</a:t>
            </a:fld>
            <a:endParaRPr lang="ko-KR" altLang="en-US"/>
          </a:p>
        </p:txBody>
      </p:sp>
      <p:sp>
        <p:nvSpPr>
          <p:cNvPr id="5" name="바닥글 개체 틀 4"/>
          <p:cNvSpPr>
            <a:spLocks noGrp="1"/>
          </p:cNvSpPr>
          <p:nvPr>
            <p:ph type="ftr" sz="quarter" idx="3"/>
          </p:nvPr>
        </p:nvSpPr>
        <p:spPr>
          <a:xfrm>
            <a:off x="3124200" y="6356350"/>
            <a:ext cx="2895600" cy="365125"/>
          </a:xfrm>
          <a:prstGeom prst="rect">
            <a:avLst/>
          </a:prstGeom>
        </p:spPr>
        <p:txBody>
          <a:bodyPr vert="horz" lIns="102380" tIns="51189" rIns="102380" bIns="51189" rtlCol="0" anchor="ctr"/>
          <a:lstStyle>
            <a:lvl1pPr algn="ctr">
              <a:defRPr sz="13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6553200" y="6356350"/>
            <a:ext cx="2133600" cy="365125"/>
          </a:xfrm>
          <a:prstGeom prst="rect">
            <a:avLst/>
          </a:prstGeom>
        </p:spPr>
        <p:txBody>
          <a:bodyPr vert="horz" lIns="102380" tIns="51189" rIns="102380" bIns="51189" rtlCol="0" anchor="ctr"/>
          <a:lstStyle>
            <a:lvl1pPr algn="r">
              <a:defRPr sz="1300">
                <a:solidFill>
                  <a:schemeClr val="tx1">
                    <a:tint val="75000"/>
                  </a:schemeClr>
                </a:solidFill>
              </a:defRPr>
            </a:lvl1pPr>
          </a:lstStyle>
          <a:p>
            <a:fld id="{7E0119B8-9389-46AC-85AC-6E041558E738}" type="slidenum">
              <a:rPr lang="ko-KR" altLang="en-US" smtClean="0"/>
              <a:pPr/>
              <a:t>‹#›</a:t>
            </a:fld>
            <a:endParaRPr lang="ko-KR" altLang="en-US"/>
          </a:p>
        </p:txBody>
      </p:sp>
    </p:spTree>
  </p:cSld>
  <p:clrMap bg1="lt1" tx1="dk1" bg2="lt2" tx2="dk2" accent1="accent1" accent2="accent2" accent3="accent3" accent4="accent4" accent5="accent5" accent6="accent6" hlink="hlink" folHlink="folHlink"/>
  <p:sldLayoutIdLst>
    <p:sldLayoutId id="2147483663" r:id="rId1"/>
    <p:sldLayoutId id="2147483666" r:id="rId2"/>
    <p:sldLayoutId id="2147483839" r:id="rId3"/>
    <p:sldLayoutId id="2147483740" r:id="rId4"/>
    <p:sldLayoutId id="2147483741" r:id="rId5"/>
    <p:sldLayoutId id="2147483742" r:id="rId6"/>
    <p:sldLayoutId id="2147483760" r:id="rId7"/>
    <p:sldLayoutId id="2147483744" r:id="rId8"/>
    <p:sldLayoutId id="2147483762" r:id="rId9"/>
    <p:sldLayoutId id="2147483748" r:id="rId10"/>
    <p:sldLayoutId id="2147483743" r:id="rId11"/>
    <p:sldLayoutId id="2147483821" r:id="rId12"/>
    <p:sldLayoutId id="2147483820" r:id="rId13"/>
    <p:sldLayoutId id="2147483761" r:id="rId14"/>
    <p:sldLayoutId id="2147483763" r:id="rId15"/>
    <p:sldLayoutId id="2147483745" r:id="rId16"/>
    <p:sldLayoutId id="2147483747" r:id="rId17"/>
    <p:sldLayoutId id="2147483749" r:id="rId18"/>
    <p:sldLayoutId id="2147483800" r:id="rId19"/>
    <p:sldLayoutId id="2147483801" r:id="rId20"/>
    <p:sldLayoutId id="2147483750" r:id="rId21"/>
    <p:sldLayoutId id="2147483758" r:id="rId22"/>
    <p:sldLayoutId id="2147483751" r:id="rId23"/>
    <p:sldLayoutId id="2147483752" r:id="rId24"/>
    <p:sldLayoutId id="2147483759" r:id="rId25"/>
    <p:sldLayoutId id="2147483757" r:id="rId26"/>
    <p:sldLayoutId id="2147483822" r:id="rId27"/>
    <p:sldLayoutId id="2147483753" r:id="rId28"/>
    <p:sldLayoutId id="2147483806" r:id="rId29"/>
    <p:sldLayoutId id="2147483754" r:id="rId30"/>
    <p:sldLayoutId id="2147483756" r:id="rId31"/>
    <p:sldLayoutId id="2147483764" r:id="rId32"/>
    <p:sldLayoutId id="2147483765" r:id="rId33"/>
    <p:sldLayoutId id="2147483766" r:id="rId34"/>
    <p:sldLayoutId id="2147483767" r:id="rId35"/>
    <p:sldLayoutId id="2147483770" r:id="rId36"/>
    <p:sldLayoutId id="2147483768" r:id="rId37"/>
    <p:sldLayoutId id="2147483769" r:id="rId38"/>
    <p:sldLayoutId id="2147483771" r:id="rId39"/>
    <p:sldLayoutId id="2147483772" r:id="rId40"/>
    <p:sldLayoutId id="2147483773" r:id="rId41"/>
    <p:sldLayoutId id="2147483775" r:id="rId42"/>
    <p:sldLayoutId id="2147483774" r:id="rId43"/>
    <p:sldLayoutId id="2147483798" r:id="rId44"/>
    <p:sldLayoutId id="2147483813" r:id="rId45"/>
    <p:sldLayoutId id="2147483814" r:id="rId46"/>
    <p:sldLayoutId id="2147483812" r:id="rId47"/>
    <p:sldLayoutId id="2147483816" r:id="rId48"/>
    <p:sldLayoutId id="2147483817" r:id="rId49"/>
    <p:sldLayoutId id="2147483818" r:id="rId50"/>
    <p:sldLayoutId id="2147483819" r:id="rId51"/>
    <p:sldLayoutId id="2147483834" r:id="rId52"/>
    <p:sldLayoutId id="2147483815" r:id="rId53"/>
    <p:sldLayoutId id="2147483777" r:id="rId54"/>
    <p:sldLayoutId id="2147483778" r:id="rId55"/>
    <p:sldLayoutId id="2147483779" r:id="rId56"/>
    <p:sldLayoutId id="2147483780" r:id="rId57"/>
    <p:sldLayoutId id="2147483797" r:id="rId58"/>
    <p:sldLayoutId id="2147483781" r:id="rId59"/>
    <p:sldLayoutId id="2147483783" r:id="rId60"/>
    <p:sldLayoutId id="2147483799" r:id="rId61"/>
    <p:sldLayoutId id="2147483784" r:id="rId62"/>
    <p:sldLayoutId id="2147483785" r:id="rId63"/>
    <p:sldLayoutId id="2147483786" r:id="rId64"/>
    <p:sldLayoutId id="2147483804" r:id="rId65"/>
    <p:sldLayoutId id="2147483787" r:id="rId66"/>
    <p:sldLayoutId id="2147483823" r:id="rId67"/>
    <p:sldLayoutId id="2147483802" r:id="rId68"/>
    <p:sldLayoutId id="2147483789" r:id="rId69"/>
    <p:sldLayoutId id="2147483790" r:id="rId70"/>
    <p:sldLayoutId id="2147483796" r:id="rId71"/>
    <p:sldLayoutId id="2147483803" r:id="rId72"/>
    <p:sldLayoutId id="2147483807" r:id="rId73"/>
    <p:sldLayoutId id="2147483791" r:id="rId74"/>
    <p:sldLayoutId id="2147483792" r:id="rId75"/>
    <p:sldLayoutId id="2147483835" r:id="rId76"/>
    <p:sldLayoutId id="2147483838" r:id="rId77"/>
    <p:sldLayoutId id="2147483836" r:id="rId78"/>
    <p:sldLayoutId id="2147483808" r:id="rId79"/>
    <p:sldLayoutId id="2147483810" r:id="rId80"/>
    <p:sldLayoutId id="2147483826" r:id="rId81"/>
    <p:sldLayoutId id="2147483827" r:id="rId82"/>
    <p:sldLayoutId id="2147483824" r:id="rId83"/>
    <p:sldLayoutId id="2147483833" r:id="rId84"/>
    <p:sldLayoutId id="2147483829" r:id="rId85"/>
  </p:sldLayoutIdLst>
  <p:transition>
    <p:fade/>
  </p:transition>
  <p:txStyles>
    <p:titleStyle>
      <a:lvl1pPr algn="ctr" defTabSz="1024037" rtl="0" eaLnBrk="1" latinLnBrk="1" hangingPunct="1">
        <a:spcBef>
          <a:spcPct val="0"/>
        </a:spcBef>
        <a:buNone/>
        <a:defRPr sz="5000" kern="1200">
          <a:solidFill>
            <a:schemeClr val="tx1"/>
          </a:solidFill>
          <a:latin typeface="+mj-lt"/>
          <a:ea typeface="+mj-ea"/>
          <a:cs typeface="+mj-cs"/>
        </a:defRPr>
      </a:lvl1pPr>
    </p:titleStyle>
    <p:bodyStyle>
      <a:lvl1pPr marL="384014" indent="-384014" algn="l" defTabSz="1024037" rtl="0" eaLnBrk="1" latinLnBrk="1" hangingPunct="1">
        <a:spcBef>
          <a:spcPct val="20000"/>
        </a:spcBef>
        <a:buFont typeface="Arial" pitchFamily="34" charset="0"/>
        <a:buChar char="•"/>
        <a:defRPr sz="3600" kern="1200">
          <a:solidFill>
            <a:schemeClr val="tx1"/>
          </a:solidFill>
          <a:latin typeface="+mn-lt"/>
          <a:ea typeface="+mn-ea"/>
          <a:cs typeface="+mn-cs"/>
        </a:defRPr>
      </a:lvl1pPr>
      <a:lvl2pPr marL="832030" indent="-320011" algn="l" defTabSz="1024037" rtl="0" eaLnBrk="1" latinLnBrk="1" hangingPunct="1">
        <a:spcBef>
          <a:spcPct val="20000"/>
        </a:spcBef>
        <a:buFont typeface="Arial" pitchFamily="34" charset="0"/>
        <a:buChar char="–"/>
        <a:defRPr sz="3100" kern="1200">
          <a:solidFill>
            <a:schemeClr val="tx1"/>
          </a:solidFill>
          <a:latin typeface="+mn-lt"/>
          <a:ea typeface="+mn-ea"/>
          <a:cs typeface="+mn-cs"/>
        </a:defRPr>
      </a:lvl2pPr>
      <a:lvl3pPr marL="1280046" indent="-256008" algn="l" defTabSz="1024037" rtl="0" eaLnBrk="1" latinLnBrk="1" hangingPunct="1">
        <a:spcBef>
          <a:spcPct val="20000"/>
        </a:spcBef>
        <a:buFont typeface="Arial" pitchFamily="34" charset="0"/>
        <a:buChar char="•"/>
        <a:defRPr sz="2700" kern="1200">
          <a:solidFill>
            <a:schemeClr val="tx1"/>
          </a:solidFill>
          <a:latin typeface="+mn-lt"/>
          <a:ea typeface="+mn-ea"/>
          <a:cs typeface="+mn-cs"/>
        </a:defRPr>
      </a:lvl3pPr>
      <a:lvl4pPr marL="1792064" indent="-256008" algn="l" defTabSz="1024037" rtl="0" eaLnBrk="1" latinLnBrk="1" hangingPunct="1">
        <a:spcBef>
          <a:spcPct val="20000"/>
        </a:spcBef>
        <a:buFont typeface="Arial" pitchFamily="34" charset="0"/>
        <a:buChar char="–"/>
        <a:defRPr sz="2300" kern="1200">
          <a:solidFill>
            <a:schemeClr val="tx1"/>
          </a:solidFill>
          <a:latin typeface="+mn-lt"/>
          <a:ea typeface="+mn-ea"/>
          <a:cs typeface="+mn-cs"/>
        </a:defRPr>
      </a:lvl4pPr>
      <a:lvl5pPr marL="2304082" indent="-256008" algn="l" defTabSz="1024037" rtl="0" eaLnBrk="1" latinLnBrk="1" hangingPunct="1">
        <a:spcBef>
          <a:spcPct val="20000"/>
        </a:spcBef>
        <a:buFont typeface="Arial" pitchFamily="34" charset="0"/>
        <a:buChar char="»"/>
        <a:defRPr sz="2300" kern="1200">
          <a:solidFill>
            <a:schemeClr val="tx1"/>
          </a:solidFill>
          <a:latin typeface="+mn-lt"/>
          <a:ea typeface="+mn-ea"/>
          <a:cs typeface="+mn-cs"/>
        </a:defRPr>
      </a:lvl5pPr>
      <a:lvl6pPr marL="2816101" indent="-256008" algn="l" defTabSz="1024037" rtl="0" eaLnBrk="1" latinLnBrk="1" hangingPunct="1">
        <a:spcBef>
          <a:spcPct val="20000"/>
        </a:spcBef>
        <a:buFont typeface="Arial" pitchFamily="34" charset="0"/>
        <a:buChar char="•"/>
        <a:defRPr sz="2300" kern="1200">
          <a:solidFill>
            <a:schemeClr val="tx1"/>
          </a:solidFill>
          <a:latin typeface="+mn-lt"/>
          <a:ea typeface="+mn-ea"/>
          <a:cs typeface="+mn-cs"/>
        </a:defRPr>
      </a:lvl6pPr>
      <a:lvl7pPr marL="3328120" indent="-256008" algn="l" defTabSz="1024037" rtl="0" eaLnBrk="1" latinLnBrk="1" hangingPunct="1">
        <a:spcBef>
          <a:spcPct val="20000"/>
        </a:spcBef>
        <a:buFont typeface="Arial" pitchFamily="34" charset="0"/>
        <a:buChar char="•"/>
        <a:defRPr sz="2300" kern="1200">
          <a:solidFill>
            <a:schemeClr val="tx1"/>
          </a:solidFill>
          <a:latin typeface="+mn-lt"/>
          <a:ea typeface="+mn-ea"/>
          <a:cs typeface="+mn-cs"/>
        </a:defRPr>
      </a:lvl7pPr>
      <a:lvl8pPr marL="3840138" indent="-256008" algn="l" defTabSz="1024037" rtl="0" eaLnBrk="1" latinLnBrk="1" hangingPunct="1">
        <a:spcBef>
          <a:spcPct val="20000"/>
        </a:spcBef>
        <a:buFont typeface="Arial" pitchFamily="34" charset="0"/>
        <a:buChar char="•"/>
        <a:defRPr sz="2300" kern="1200">
          <a:solidFill>
            <a:schemeClr val="tx1"/>
          </a:solidFill>
          <a:latin typeface="+mn-lt"/>
          <a:ea typeface="+mn-ea"/>
          <a:cs typeface="+mn-cs"/>
        </a:defRPr>
      </a:lvl8pPr>
      <a:lvl9pPr marL="4352157" indent="-256008" algn="l" defTabSz="1024037" rtl="0" eaLnBrk="1" latinLnBrk="1" hangingPunct="1">
        <a:spcBef>
          <a:spcPct val="20000"/>
        </a:spcBef>
        <a:buFont typeface="Arial" pitchFamily="34" charset="0"/>
        <a:buChar char="•"/>
        <a:defRPr sz="2300" kern="1200">
          <a:solidFill>
            <a:schemeClr val="tx1"/>
          </a:solidFill>
          <a:latin typeface="+mn-lt"/>
          <a:ea typeface="+mn-ea"/>
          <a:cs typeface="+mn-cs"/>
        </a:defRPr>
      </a:lvl9pPr>
    </p:bodyStyle>
    <p:otherStyle>
      <a:defPPr>
        <a:defRPr lang="ko-KR"/>
      </a:defPPr>
      <a:lvl1pPr marL="0" algn="l" defTabSz="1024037" rtl="0" eaLnBrk="1" latinLnBrk="1" hangingPunct="1">
        <a:defRPr sz="2000" kern="1200">
          <a:solidFill>
            <a:schemeClr val="tx1"/>
          </a:solidFill>
          <a:latin typeface="+mn-lt"/>
          <a:ea typeface="+mn-ea"/>
          <a:cs typeface="+mn-cs"/>
        </a:defRPr>
      </a:lvl1pPr>
      <a:lvl2pPr marL="512019" algn="l" defTabSz="1024037" rtl="0" eaLnBrk="1" latinLnBrk="1" hangingPunct="1">
        <a:defRPr sz="2000" kern="1200">
          <a:solidFill>
            <a:schemeClr val="tx1"/>
          </a:solidFill>
          <a:latin typeface="+mn-lt"/>
          <a:ea typeface="+mn-ea"/>
          <a:cs typeface="+mn-cs"/>
        </a:defRPr>
      </a:lvl2pPr>
      <a:lvl3pPr marL="1024037" algn="l" defTabSz="1024037" rtl="0" eaLnBrk="1" latinLnBrk="1" hangingPunct="1">
        <a:defRPr sz="2000" kern="1200">
          <a:solidFill>
            <a:schemeClr val="tx1"/>
          </a:solidFill>
          <a:latin typeface="+mn-lt"/>
          <a:ea typeface="+mn-ea"/>
          <a:cs typeface="+mn-cs"/>
        </a:defRPr>
      </a:lvl3pPr>
      <a:lvl4pPr marL="1536055" algn="l" defTabSz="1024037" rtl="0" eaLnBrk="1" latinLnBrk="1" hangingPunct="1">
        <a:defRPr sz="2000" kern="1200">
          <a:solidFill>
            <a:schemeClr val="tx1"/>
          </a:solidFill>
          <a:latin typeface="+mn-lt"/>
          <a:ea typeface="+mn-ea"/>
          <a:cs typeface="+mn-cs"/>
        </a:defRPr>
      </a:lvl4pPr>
      <a:lvl5pPr marL="2048074" algn="l" defTabSz="1024037" rtl="0" eaLnBrk="1" latinLnBrk="1" hangingPunct="1">
        <a:defRPr sz="2000" kern="1200">
          <a:solidFill>
            <a:schemeClr val="tx1"/>
          </a:solidFill>
          <a:latin typeface="+mn-lt"/>
          <a:ea typeface="+mn-ea"/>
          <a:cs typeface="+mn-cs"/>
        </a:defRPr>
      </a:lvl5pPr>
      <a:lvl6pPr marL="2560092" algn="l" defTabSz="1024037" rtl="0" eaLnBrk="1" latinLnBrk="1" hangingPunct="1">
        <a:defRPr sz="2000" kern="1200">
          <a:solidFill>
            <a:schemeClr val="tx1"/>
          </a:solidFill>
          <a:latin typeface="+mn-lt"/>
          <a:ea typeface="+mn-ea"/>
          <a:cs typeface="+mn-cs"/>
        </a:defRPr>
      </a:lvl6pPr>
      <a:lvl7pPr marL="3072111" algn="l" defTabSz="1024037" rtl="0" eaLnBrk="1" latinLnBrk="1" hangingPunct="1">
        <a:defRPr sz="2000" kern="1200">
          <a:solidFill>
            <a:schemeClr val="tx1"/>
          </a:solidFill>
          <a:latin typeface="+mn-lt"/>
          <a:ea typeface="+mn-ea"/>
          <a:cs typeface="+mn-cs"/>
        </a:defRPr>
      </a:lvl7pPr>
      <a:lvl8pPr marL="3584129" algn="l" defTabSz="1024037" rtl="0" eaLnBrk="1" latinLnBrk="1" hangingPunct="1">
        <a:defRPr sz="2000" kern="1200">
          <a:solidFill>
            <a:schemeClr val="tx1"/>
          </a:solidFill>
          <a:latin typeface="+mn-lt"/>
          <a:ea typeface="+mn-ea"/>
          <a:cs typeface="+mn-cs"/>
        </a:defRPr>
      </a:lvl8pPr>
      <a:lvl9pPr marL="4096147" algn="l" defTabSz="1024037" rtl="0" eaLnBrk="1" latinLnBrk="1"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 name="Rectangle 21"/>
          <p:cNvSpPr/>
          <p:nvPr/>
        </p:nvSpPr>
        <p:spPr>
          <a:xfrm>
            <a:off x="427418" y="467774"/>
            <a:ext cx="8352928" cy="6034409"/>
          </a:xfrm>
          <a:prstGeom prst="rect">
            <a:avLst/>
          </a:prstGeom>
          <a:ln/>
        </p:spPr>
        <p:style>
          <a:lnRef idx="2">
            <a:schemeClr val="accent4"/>
          </a:lnRef>
          <a:fillRef idx="1">
            <a:schemeClr val="lt1"/>
          </a:fillRef>
          <a:effectRef idx="0">
            <a:schemeClr val="accent4"/>
          </a:effectRef>
          <a:fontRef idx="minor">
            <a:schemeClr val="dk1"/>
          </a:fontRef>
        </p:style>
        <p:txBody>
          <a:bodyPr rtlCol="0" anchor="ctr"/>
          <a:lstStyle/>
          <a:p>
            <a:pPr algn="ctr"/>
            <a:endParaRPr lang="vi-VN"/>
          </a:p>
        </p:txBody>
      </p:sp>
      <p:sp>
        <p:nvSpPr>
          <p:cNvPr id="2" name="Rectangle 1"/>
          <p:cNvSpPr/>
          <p:nvPr/>
        </p:nvSpPr>
        <p:spPr>
          <a:xfrm>
            <a:off x="2267744" y="3677926"/>
            <a:ext cx="6603803" cy="707886"/>
          </a:xfrm>
          <a:prstGeom prst="rect">
            <a:avLst/>
          </a:prstGeom>
        </p:spPr>
        <p:txBody>
          <a:bodyPr wrap="square">
            <a:spAutoFit/>
          </a:bodyPr>
          <a:lstStyle/>
          <a:p>
            <a:r>
              <a:rPr lang="vi-VN" b="1" dirty="0" smtClean="0">
                <a:solidFill>
                  <a:schemeClr val="accent4">
                    <a:lumMod val="50000"/>
                  </a:schemeClr>
                </a:solidFill>
                <a:latin typeface="Montserrat Light" panose="00000400000000000000" pitchFamily="50" charset="0"/>
              </a:rPr>
              <a:t>Đặng </a:t>
            </a:r>
            <a:r>
              <a:rPr lang="vi-VN" b="1" dirty="0">
                <a:solidFill>
                  <a:schemeClr val="accent4">
                    <a:lumMod val="50000"/>
                  </a:schemeClr>
                </a:solidFill>
                <a:latin typeface="Montserrat Light" panose="00000400000000000000" pitchFamily="50" charset="0"/>
              </a:rPr>
              <a:t>Văn Hải      </a:t>
            </a:r>
            <a:r>
              <a:rPr lang="vi-VN" b="1" dirty="0" smtClean="0">
                <a:solidFill>
                  <a:schemeClr val="accent4">
                    <a:lumMod val="50000"/>
                  </a:schemeClr>
                </a:solidFill>
                <a:latin typeface="Montserrat Light" panose="00000400000000000000" pitchFamily="50" charset="0"/>
              </a:rPr>
              <a:t>           </a:t>
            </a:r>
            <a:r>
              <a:rPr lang="vi-VN" b="1" dirty="0" smtClean="0">
                <a:solidFill>
                  <a:schemeClr val="accent4">
                    <a:lumMod val="50000"/>
                  </a:schemeClr>
                </a:solidFill>
                <a:latin typeface="Montserrat Light" panose="00000400000000000000" pitchFamily="50" charset="0"/>
              </a:rPr>
              <a:t>20203698</a:t>
            </a:r>
          </a:p>
          <a:p>
            <a:endParaRPr lang="vi-VN" b="1" dirty="0">
              <a:solidFill>
                <a:schemeClr val="accent4">
                  <a:lumMod val="50000"/>
                </a:schemeClr>
              </a:solidFill>
              <a:latin typeface="Montserrat Light" panose="00000400000000000000" pitchFamily="50" charset="0"/>
            </a:endParaRPr>
          </a:p>
        </p:txBody>
      </p:sp>
      <p:sp>
        <p:nvSpPr>
          <p:cNvPr id="9" name="TextBox 8"/>
          <p:cNvSpPr txBox="1"/>
          <p:nvPr/>
        </p:nvSpPr>
        <p:spPr>
          <a:xfrm>
            <a:off x="1403648" y="1664983"/>
            <a:ext cx="6723451" cy="718931"/>
          </a:xfrm>
          <a:prstGeom prst="rect">
            <a:avLst/>
          </a:prstGeom>
          <a:noFill/>
          <a:effectLst>
            <a:outerShdw blurRad="266700" sx="102000" sy="102000" algn="ctr" rotWithShape="0">
              <a:prstClr val="black">
                <a:alpha val="40000"/>
              </a:prstClr>
            </a:outerShdw>
          </a:effectLst>
        </p:spPr>
        <p:txBody>
          <a:bodyPr wrap="square" lIns="102380" tIns="51189" rIns="102380" bIns="51189" rtlCol="0">
            <a:spAutoFit/>
          </a:bodyPr>
          <a:lstStyle/>
          <a:p>
            <a:r>
              <a:rPr lang="vi-VN" altLang="ko-KR" sz="4000" b="1" dirty="0">
                <a:ln w="6350">
                  <a:noFill/>
                </a:ln>
                <a:gradFill flip="none" rotWithShape="1">
                  <a:gsLst>
                    <a:gs pos="0">
                      <a:schemeClr val="tx1">
                        <a:lumMod val="75000"/>
                        <a:lumOff val="25000"/>
                      </a:schemeClr>
                    </a:gs>
                    <a:gs pos="60000">
                      <a:srgbClr val="181717"/>
                    </a:gs>
                  </a:gsLst>
                  <a:lin ang="5400000" scaled="1"/>
                  <a:tileRect/>
                </a:gradFill>
                <a:effectLst>
                  <a:outerShdw blurRad="50800" dist="25400" dir="5400000" algn="t" rotWithShape="0">
                    <a:prstClr val="black">
                      <a:alpha val="40000"/>
                    </a:prstClr>
                  </a:outerShdw>
                </a:effectLst>
                <a:latin typeface="Montserrat" pitchFamily="50" charset="0"/>
                <a:ea typeface="맑은 고딕" pitchFamily="50" charset="-127"/>
                <a:cs typeface="Arial" pitchFamily="34" charset="0"/>
              </a:rPr>
              <a:t>Rabbit Stream Cipher</a:t>
            </a:r>
            <a:endParaRPr lang="en-US" altLang="ko-KR" sz="4000" b="1" dirty="0">
              <a:ln w="6350">
                <a:noFill/>
              </a:ln>
              <a:gradFill flip="none" rotWithShape="1">
                <a:gsLst>
                  <a:gs pos="0">
                    <a:schemeClr val="tx1">
                      <a:lumMod val="75000"/>
                      <a:lumOff val="25000"/>
                    </a:schemeClr>
                  </a:gs>
                  <a:gs pos="60000">
                    <a:srgbClr val="181717"/>
                  </a:gs>
                </a:gsLst>
                <a:lin ang="5400000" scaled="1"/>
                <a:tileRect/>
              </a:gradFill>
              <a:effectLst>
                <a:outerShdw blurRad="50800" dist="25400" dir="5400000" algn="t" rotWithShape="0">
                  <a:prstClr val="black">
                    <a:alpha val="40000"/>
                  </a:prstClr>
                </a:outerShdw>
              </a:effectLst>
              <a:latin typeface="Montserrat" pitchFamily="50" charset="0"/>
              <a:ea typeface="맑은 고딕" pitchFamily="50" charset="-127"/>
              <a:cs typeface="Arial" pitchFamily="34" charset="0"/>
            </a:endParaRPr>
          </a:p>
        </p:txBody>
      </p:sp>
      <p:cxnSp>
        <p:nvCxnSpPr>
          <p:cNvPr id="35" name="Straight Connector 34"/>
          <p:cNvCxnSpPr/>
          <p:nvPr/>
        </p:nvCxnSpPr>
        <p:spPr>
          <a:xfrm>
            <a:off x="9280954" y="2708920"/>
            <a:ext cx="914400" cy="914400"/>
          </a:xfrm>
          <a:prstGeom prst="line">
            <a:avLst/>
          </a:prstGeom>
        </p:spPr>
        <p:style>
          <a:lnRef idx="1">
            <a:schemeClr val="accent1"/>
          </a:lnRef>
          <a:fillRef idx="0">
            <a:schemeClr val="accent1"/>
          </a:fillRef>
          <a:effectRef idx="0">
            <a:schemeClr val="accent1"/>
          </a:effectRef>
          <a:fontRef idx="minor">
            <a:schemeClr val="tx1"/>
          </a:fontRef>
        </p:style>
      </p:cxnSp>
      <p:sp>
        <p:nvSpPr>
          <p:cNvPr id="39" name="Arc 38"/>
          <p:cNvSpPr/>
          <p:nvPr/>
        </p:nvSpPr>
        <p:spPr>
          <a:xfrm rot="10800000">
            <a:off x="7477430" y="-715453"/>
            <a:ext cx="2542067" cy="2342174"/>
          </a:xfrm>
          <a:prstGeom prst="arc">
            <a:avLst/>
          </a:prstGeom>
          <a:solidFill>
            <a:schemeClr val="accent4"/>
          </a:solidFill>
        </p:spPr>
        <p:style>
          <a:lnRef idx="1">
            <a:schemeClr val="accent1"/>
          </a:lnRef>
          <a:fillRef idx="0">
            <a:schemeClr val="accent1"/>
          </a:fillRef>
          <a:effectRef idx="0">
            <a:schemeClr val="accent1"/>
          </a:effectRef>
          <a:fontRef idx="minor">
            <a:schemeClr val="tx1"/>
          </a:fontRef>
        </p:style>
        <p:txBody>
          <a:bodyPr rtlCol="0" anchor="ctr"/>
          <a:lstStyle/>
          <a:p>
            <a:pPr algn="ctr"/>
            <a:endParaRPr lang="vi-VN"/>
          </a:p>
        </p:txBody>
      </p:sp>
      <p:sp>
        <p:nvSpPr>
          <p:cNvPr id="42" name="Arc 41"/>
          <p:cNvSpPr/>
          <p:nvPr/>
        </p:nvSpPr>
        <p:spPr>
          <a:xfrm rot="10800000">
            <a:off x="7006184" y="-1151244"/>
            <a:ext cx="3514177" cy="3210151"/>
          </a:xfrm>
          <a:prstGeom prst="arc">
            <a:avLst/>
          </a:prstGeom>
        </p:spPr>
        <p:style>
          <a:lnRef idx="3">
            <a:schemeClr val="accent4"/>
          </a:lnRef>
          <a:fillRef idx="0">
            <a:schemeClr val="accent4"/>
          </a:fillRef>
          <a:effectRef idx="2">
            <a:schemeClr val="accent4"/>
          </a:effectRef>
          <a:fontRef idx="minor">
            <a:schemeClr val="tx1"/>
          </a:fontRef>
        </p:style>
        <p:txBody>
          <a:bodyPr rtlCol="0" anchor="ctr"/>
          <a:lstStyle/>
          <a:p>
            <a:pPr algn="ctr"/>
            <a:endParaRPr lang="vi-VN"/>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 name="TextBox 14"/>
          <p:cNvSpPr txBox="1"/>
          <p:nvPr/>
        </p:nvSpPr>
        <p:spPr>
          <a:xfrm>
            <a:off x="2771800" y="741076"/>
            <a:ext cx="7416824" cy="354535"/>
          </a:xfrm>
          <a:prstGeom prst="rect">
            <a:avLst/>
          </a:prstGeom>
          <a:noFill/>
        </p:spPr>
        <p:txBody>
          <a:bodyPr wrap="square" lIns="76786" tIns="38393" rIns="76786" bIns="38393" rtlCol="0">
            <a:spAutoFit/>
          </a:bodyPr>
          <a:lstStyle/>
          <a:p>
            <a:pPr fontAlgn="base"/>
            <a:r>
              <a:rPr lang="vi-VN" sz="1800" b="1" smtClean="0">
                <a:latin typeface="+mj-lt"/>
              </a:rPr>
              <a:t>Sơ lược về cách hoạt động</a:t>
            </a:r>
            <a:endParaRPr lang="vi-VN" sz="1800" b="1" dirty="0">
              <a:latin typeface="+mj-lt"/>
            </a:endParaRPr>
          </a:p>
        </p:txBody>
      </p:sp>
      <p:sp>
        <p:nvSpPr>
          <p:cNvPr id="17" name="Rectangle 16"/>
          <p:cNvSpPr>
            <a:spLocks noChangeArrowheads="1"/>
          </p:cNvSpPr>
          <p:nvPr/>
        </p:nvSpPr>
        <p:spPr bwMode="auto">
          <a:xfrm>
            <a:off x="755576" y="4954956"/>
            <a:ext cx="792088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lvl="0" defTabSz="914400" eaLnBrk="0" fontAlgn="base" latinLnBrk="0" hangingPunct="0">
              <a:spcBef>
                <a:spcPct val="0"/>
              </a:spcBef>
              <a:spcAft>
                <a:spcPct val="0"/>
              </a:spcAft>
            </a:pPr>
            <a:r>
              <a:rPr lang="vi-VN" sz="1500" dirty="0" smtClean="0">
                <a:latin typeface="+mj-lt"/>
              </a:rPr>
              <a:t>Ta sử dụng một </a:t>
            </a:r>
            <a:r>
              <a:rPr lang="vi-VN" sz="1500" dirty="0">
                <a:latin typeface="+mj-lt"/>
              </a:rPr>
              <a:t>luồng khóa từ khóa 128 bit và vectơ khởi tạo 64 bit (IV</a:t>
            </a:r>
            <a:r>
              <a:rPr lang="vi-VN" sz="1500" dirty="0" smtClean="0">
                <a:latin typeface="+mj-lt"/>
              </a:rPr>
              <a:t>) để tạo ra được một khóa mã dòng, khóa này sau đó sẽ thực hiện phép </a:t>
            </a:r>
            <a:r>
              <a:rPr lang="vi-VN" sz="1500" b="1" dirty="0" smtClean="0">
                <a:latin typeface="+mj-lt"/>
              </a:rPr>
              <a:t>EX</a:t>
            </a:r>
            <a:r>
              <a:rPr lang="vi-VN" sz="1500" dirty="0" smtClean="0">
                <a:latin typeface="+mj-lt"/>
              </a:rPr>
              <a:t>-</a:t>
            </a:r>
            <a:r>
              <a:rPr lang="vi-VN" sz="1500" b="1" dirty="0" smtClean="0">
                <a:latin typeface="+mj-lt"/>
              </a:rPr>
              <a:t>OR </a:t>
            </a:r>
            <a:r>
              <a:rPr lang="vi-VN" altLang="vi-VN" sz="1500" dirty="0" smtClean="0">
                <a:latin typeface="+mj-lt"/>
              </a:rPr>
              <a:t>với dữ liệu, sau đó ta sử dụng cùng một khóa mã dòng tương tự và tiếp tục thực hiện phép</a:t>
            </a:r>
            <a:r>
              <a:rPr lang="vi-VN" altLang="vi-VN" sz="1500" dirty="0">
                <a:latin typeface="+mj-lt"/>
              </a:rPr>
              <a:t> </a:t>
            </a:r>
            <a:r>
              <a:rPr kumimoji="0" lang="vi-VN" altLang="vi-VN" sz="1500" b="1" i="0" u="none" strike="noStrike" cap="none" normalizeH="0" baseline="0" dirty="0" smtClean="0">
                <a:ln>
                  <a:noFill/>
                </a:ln>
                <a:solidFill>
                  <a:schemeClr val="tx1"/>
                </a:solidFill>
                <a:effectLst/>
                <a:latin typeface="+mj-lt"/>
              </a:rPr>
              <a:t>EX-OR</a:t>
            </a:r>
            <a:r>
              <a:rPr kumimoji="0" lang="vi-VN" altLang="vi-VN" sz="1500" i="0" u="none" strike="noStrike" cap="none" normalizeH="0" baseline="0" dirty="0" smtClean="0">
                <a:ln>
                  <a:noFill/>
                </a:ln>
                <a:solidFill>
                  <a:schemeClr val="tx1"/>
                </a:solidFill>
                <a:effectLst/>
                <a:latin typeface="+mj-lt"/>
              </a:rPr>
              <a:t> với luồng mã dòng đầu vào qua đó khôi phục được dữ liệu. </a:t>
            </a:r>
          </a:p>
        </p:txBody>
      </p:sp>
      <p:pic>
        <p:nvPicPr>
          <p:cNvPr id="2061" name="Picture 13" descr="https://asecuritysite.com/public/rabbi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83568" y="1700808"/>
            <a:ext cx="7416824" cy="267803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2195736" y="1700808"/>
            <a:ext cx="4362450" cy="3609975"/>
          </a:xfrm>
          <a:prstGeom prst="rect">
            <a:avLst/>
          </a:prstGeom>
        </p:spPr>
      </p:pic>
      <p:sp>
        <p:nvSpPr>
          <p:cNvPr id="15" name="TextBox 14"/>
          <p:cNvSpPr txBox="1"/>
          <p:nvPr/>
        </p:nvSpPr>
        <p:spPr>
          <a:xfrm>
            <a:off x="3563888" y="620688"/>
            <a:ext cx="7416824" cy="508423"/>
          </a:xfrm>
          <a:prstGeom prst="rect">
            <a:avLst/>
          </a:prstGeom>
          <a:noFill/>
        </p:spPr>
        <p:txBody>
          <a:bodyPr wrap="square" lIns="76786" tIns="38393" rIns="76786" bIns="38393" rtlCol="0">
            <a:spAutoFit/>
          </a:bodyPr>
          <a:lstStyle/>
          <a:p>
            <a:pPr fontAlgn="base"/>
            <a:r>
              <a:rPr lang="vi-VN" sz="2800" b="1" dirty="0" smtClean="0">
                <a:latin typeface="+mj-lt"/>
              </a:rPr>
              <a:t>Tổng thể</a:t>
            </a:r>
            <a:endParaRPr lang="vi-VN" sz="2800" b="1" dirty="0">
              <a:latin typeface="+mj-lt"/>
            </a:endParaRPr>
          </a:p>
        </p:txBody>
      </p:sp>
    </p:spTree>
    <p:extLst>
      <p:ext uri="{BB962C8B-B14F-4D97-AF65-F5344CB8AC3E}">
        <p14:creationId xmlns:p14="http://schemas.microsoft.com/office/powerpoint/2010/main" val="3904289288"/>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179512" y="476672"/>
            <a:ext cx="8701785" cy="652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lvl="6" defTabSz="914400" eaLnBrk="0" fontAlgn="base" latinLnBrk="0" hangingPunct="0">
              <a:spcBef>
                <a:spcPct val="0"/>
              </a:spcBef>
              <a:spcAft>
                <a:spcPct val="0"/>
              </a:spcAft>
            </a:pPr>
            <a:r>
              <a:rPr lang="vi-VN" altLang="vi-VN" sz="2400" b="1" dirty="0" smtClean="0">
                <a:solidFill>
                  <a:srgbClr val="000000"/>
                </a:solidFill>
                <a:latin typeface="+mj-lt"/>
              </a:rPr>
              <a:t>Xây dựng hàm:</a:t>
            </a:r>
          </a:p>
          <a:p>
            <a:pPr lvl="0" defTabSz="914400" eaLnBrk="0" fontAlgn="base" latinLnBrk="0" hangingPunct="0">
              <a:spcBef>
                <a:spcPct val="0"/>
              </a:spcBef>
              <a:spcAft>
                <a:spcPct val="0"/>
              </a:spcAft>
            </a:pPr>
            <a:endParaRPr kumimoji="0" lang="vi-VN" altLang="vi-VN" sz="1600" b="0" i="0" u="none" strike="noStrike" cap="none" normalizeH="0" baseline="0" dirty="0" smtClean="0">
              <a:ln>
                <a:noFill/>
              </a:ln>
              <a:solidFill>
                <a:srgbClr val="000000"/>
              </a:solidFill>
              <a:effectLst/>
              <a:latin typeface="+mj-lt"/>
            </a:endParaRPr>
          </a:p>
          <a:p>
            <a:pPr lvl="0" defTabSz="914400" eaLnBrk="0" fontAlgn="base" latinLnBrk="0" hangingPunct="0">
              <a:spcBef>
                <a:spcPct val="0"/>
              </a:spcBef>
              <a:spcAft>
                <a:spcPct val="0"/>
              </a:spcAft>
            </a:pPr>
            <a:endParaRPr lang="vi-VN" altLang="vi-VN" sz="1600" dirty="0">
              <a:solidFill>
                <a:srgbClr val="000000"/>
              </a:solidFill>
              <a:latin typeface="+mj-lt"/>
            </a:endParaRPr>
          </a:p>
          <a:p>
            <a:pPr lvl="0" defTabSz="914400" eaLnBrk="0" fontAlgn="base" latinLnBrk="0" hangingPunct="0">
              <a:spcBef>
                <a:spcPct val="0"/>
              </a:spcBef>
              <a:spcAft>
                <a:spcPct val="0"/>
              </a:spcAft>
            </a:pPr>
            <a:r>
              <a:rPr kumimoji="0" lang="vi-VN" altLang="vi-VN" sz="1600" b="0" i="0" u="none" strike="noStrike" cap="none" normalizeH="0" baseline="0" dirty="0" smtClean="0">
                <a:ln>
                  <a:noFill/>
                </a:ln>
                <a:solidFill>
                  <a:srgbClr val="000000"/>
                </a:solidFill>
                <a:effectLst/>
                <a:latin typeface="+mj-lt"/>
              </a:rPr>
              <a:t>	Key (</a:t>
            </a:r>
            <a:r>
              <a:rPr kumimoji="0" lang="vi-VN" altLang="vi-VN" sz="1600" b="0" i="0" u="none" strike="noStrike" cap="none" normalizeH="0" dirty="0" smtClean="0">
                <a:ln>
                  <a:noFill/>
                </a:ln>
                <a:solidFill>
                  <a:srgbClr val="000000"/>
                </a:solidFill>
                <a:effectLst/>
                <a:latin typeface="+mj-lt"/>
              </a:rPr>
              <a:t> keySetup)</a:t>
            </a:r>
          </a:p>
          <a:p>
            <a:pPr lvl="0" defTabSz="914400" eaLnBrk="0" fontAlgn="base" latinLnBrk="0" hangingPunct="0">
              <a:spcBef>
                <a:spcPct val="0"/>
              </a:spcBef>
              <a:spcAft>
                <a:spcPct val="0"/>
              </a:spcAft>
            </a:pPr>
            <a:r>
              <a:rPr lang="vi-VN" altLang="vi-VN" sz="1600" dirty="0">
                <a:solidFill>
                  <a:srgbClr val="000000"/>
                </a:solidFill>
                <a:latin typeface="+mj-lt"/>
              </a:rPr>
              <a:t>	</a:t>
            </a:r>
            <a:r>
              <a:rPr lang="vi-VN" altLang="vi-VN" sz="1600" dirty="0" smtClean="0">
                <a:solidFill>
                  <a:srgbClr val="000000"/>
                </a:solidFill>
                <a:latin typeface="+mj-lt"/>
              </a:rPr>
              <a:t>	Hàm này chịu trách nhiệm cài đặt khóa </a:t>
            </a:r>
          </a:p>
          <a:p>
            <a:pPr lvl="0" defTabSz="914400" eaLnBrk="0" fontAlgn="base" latinLnBrk="0" hangingPunct="0">
              <a:spcBef>
                <a:spcPct val="0"/>
              </a:spcBef>
              <a:spcAft>
                <a:spcPct val="0"/>
              </a:spcAft>
            </a:pPr>
            <a:endParaRPr kumimoji="0" lang="vi-VN" altLang="vi-VN" sz="1600" b="0" i="0" u="none" strike="noStrike" cap="none" normalizeH="0" dirty="0" smtClean="0">
              <a:ln>
                <a:noFill/>
              </a:ln>
              <a:solidFill>
                <a:srgbClr val="000000"/>
              </a:solidFill>
              <a:effectLst/>
              <a:latin typeface="+mj-lt"/>
            </a:endParaRPr>
          </a:p>
          <a:p>
            <a:pPr lvl="0" defTabSz="914400" eaLnBrk="0" fontAlgn="base" latinLnBrk="0" hangingPunct="0">
              <a:spcBef>
                <a:spcPct val="0"/>
              </a:spcBef>
              <a:spcAft>
                <a:spcPct val="0"/>
              </a:spcAft>
            </a:pPr>
            <a:r>
              <a:rPr lang="vi-VN" altLang="vi-VN" sz="1600" dirty="0" smtClean="0">
                <a:solidFill>
                  <a:srgbClr val="000000"/>
                </a:solidFill>
                <a:latin typeface="+mj-lt"/>
              </a:rPr>
              <a:t>	Vector mã hóa </a:t>
            </a:r>
            <a:r>
              <a:rPr lang="vi-VN" sz="1600" dirty="0" smtClean="0">
                <a:latin typeface="+mj-lt"/>
              </a:rPr>
              <a:t>(IASetup)</a:t>
            </a:r>
          </a:p>
          <a:p>
            <a:pPr lvl="0" defTabSz="914400" eaLnBrk="0" fontAlgn="base" latinLnBrk="0" hangingPunct="0">
              <a:spcBef>
                <a:spcPct val="0"/>
              </a:spcBef>
              <a:spcAft>
                <a:spcPct val="0"/>
              </a:spcAft>
            </a:pPr>
            <a:r>
              <a:rPr lang="vi-VN" sz="1600" dirty="0">
                <a:latin typeface="+mj-lt"/>
              </a:rPr>
              <a:t>	</a:t>
            </a:r>
            <a:r>
              <a:rPr lang="vi-VN" sz="1600" dirty="0" smtClean="0">
                <a:latin typeface="+mj-lt"/>
              </a:rPr>
              <a:t>	Hàm này chịu trách nhiệm xây dựng vector mã hóa</a:t>
            </a:r>
          </a:p>
          <a:p>
            <a:pPr lvl="0" defTabSz="914400" eaLnBrk="0" fontAlgn="base" latinLnBrk="0" hangingPunct="0">
              <a:spcBef>
                <a:spcPct val="0"/>
              </a:spcBef>
              <a:spcAft>
                <a:spcPct val="0"/>
              </a:spcAft>
            </a:pPr>
            <a:endParaRPr lang="vi-VN" sz="1600" dirty="0" smtClean="0">
              <a:latin typeface="+mj-lt"/>
            </a:endParaRPr>
          </a:p>
          <a:p>
            <a:pPr lvl="0" defTabSz="914400" eaLnBrk="0" fontAlgn="base" latinLnBrk="0" hangingPunct="0">
              <a:spcBef>
                <a:spcPct val="0"/>
              </a:spcBef>
              <a:spcAft>
                <a:spcPct val="0"/>
              </a:spcAft>
            </a:pPr>
            <a:r>
              <a:rPr lang="vi-VN" sz="1600" dirty="0">
                <a:latin typeface="+mj-lt"/>
              </a:rPr>
              <a:t>	</a:t>
            </a:r>
            <a:r>
              <a:rPr lang="vi-VN" sz="1600" dirty="0" smtClean="0">
                <a:latin typeface="+mj-lt"/>
              </a:rPr>
              <a:t>Hệ thống đếm (counterUpdate)</a:t>
            </a:r>
          </a:p>
          <a:p>
            <a:pPr lvl="0" defTabSz="914400" eaLnBrk="0" fontAlgn="base" latinLnBrk="0" hangingPunct="0">
              <a:spcBef>
                <a:spcPct val="0"/>
              </a:spcBef>
              <a:spcAft>
                <a:spcPct val="0"/>
              </a:spcAft>
            </a:pPr>
            <a:r>
              <a:rPr lang="vi-VN" sz="1600" dirty="0">
                <a:latin typeface="+mj-lt"/>
              </a:rPr>
              <a:t>	</a:t>
            </a:r>
            <a:r>
              <a:rPr lang="vi-VN" sz="1600" dirty="0" smtClean="0">
                <a:latin typeface="+mj-lt"/>
              </a:rPr>
              <a:t>	Hàm này chịu trách nhiệm cập nhật trạng thái hệ 			thống trước mỗi lần chuyển trạng thái</a:t>
            </a:r>
          </a:p>
          <a:p>
            <a:pPr lvl="0" defTabSz="914400" eaLnBrk="0" fontAlgn="base" latinLnBrk="0" hangingPunct="0">
              <a:spcBef>
                <a:spcPct val="0"/>
              </a:spcBef>
              <a:spcAft>
                <a:spcPct val="0"/>
              </a:spcAft>
            </a:pPr>
            <a:endParaRPr lang="vi-VN" sz="1600" dirty="0" smtClean="0">
              <a:latin typeface="+mj-lt"/>
            </a:endParaRPr>
          </a:p>
          <a:p>
            <a:pPr lvl="0" defTabSz="914400" eaLnBrk="0" fontAlgn="base" latinLnBrk="0" hangingPunct="0">
              <a:spcBef>
                <a:spcPct val="0"/>
              </a:spcBef>
              <a:spcAft>
                <a:spcPct val="0"/>
              </a:spcAft>
            </a:pPr>
            <a:r>
              <a:rPr lang="vi-VN" sz="1600" dirty="0">
                <a:latin typeface="+mj-lt"/>
              </a:rPr>
              <a:t>	</a:t>
            </a:r>
            <a:r>
              <a:rPr lang="vi-VN" sz="1600" dirty="0" smtClean="0">
                <a:latin typeface="+mj-lt"/>
              </a:rPr>
              <a:t>Chuyển trạng thái (nextState)</a:t>
            </a:r>
          </a:p>
          <a:p>
            <a:pPr lvl="0" defTabSz="914400" eaLnBrk="0" fontAlgn="base" latinLnBrk="0" hangingPunct="0">
              <a:spcBef>
                <a:spcPct val="0"/>
              </a:spcBef>
              <a:spcAft>
                <a:spcPct val="0"/>
              </a:spcAft>
            </a:pPr>
            <a:r>
              <a:rPr lang="vi-VN" sz="1600" dirty="0">
                <a:latin typeface="+mj-lt"/>
              </a:rPr>
              <a:t>	</a:t>
            </a:r>
            <a:r>
              <a:rPr lang="vi-VN" sz="1600" dirty="0" smtClean="0">
                <a:latin typeface="+mj-lt"/>
              </a:rPr>
              <a:t>	Hàm này chịu trách nhiệm chuyển trạng thái </a:t>
            </a:r>
          </a:p>
          <a:p>
            <a:pPr lvl="0" defTabSz="914400" eaLnBrk="0" fontAlgn="base" latinLnBrk="0" hangingPunct="0">
              <a:spcBef>
                <a:spcPct val="0"/>
              </a:spcBef>
              <a:spcAft>
                <a:spcPct val="0"/>
              </a:spcAft>
            </a:pPr>
            <a:endParaRPr lang="vi-VN" sz="1600" dirty="0" smtClean="0">
              <a:latin typeface="+mj-lt"/>
            </a:endParaRPr>
          </a:p>
          <a:p>
            <a:pPr lvl="0" defTabSz="914400" eaLnBrk="0" fontAlgn="base" latinLnBrk="0" hangingPunct="0">
              <a:spcBef>
                <a:spcPct val="0"/>
              </a:spcBef>
              <a:spcAft>
                <a:spcPct val="0"/>
              </a:spcAft>
            </a:pPr>
            <a:r>
              <a:rPr lang="vi-VN" sz="1600" dirty="0">
                <a:latin typeface="+mj-lt"/>
              </a:rPr>
              <a:t>	</a:t>
            </a:r>
            <a:r>
              <a:rPr lang="vi-VN" sz="1600" dirty="0" smtClean="0">
                <a:latin typeface="+mj-lt"/>
              </a:rPr>
              <a:t> Hàm trích </a:t>
            </a:r>
            <a:r>
              <a:rPr lang="vi-VN" sz="1600" dirty="0">
                <a:latin typeface="+mj-lt"/>
              </a:rPr>
              <a:t>xuất </a:t>
            </a:r>
            <a:r>
              <a:rPr lang="vi-VN" sz="1600" dirty="0" smtClean="0">
                <a:latin typeface="+mj-lt"/>
              </a:rPr>
              <a:t>(nextBlock)</a:t>
            </a:r>
          </a:p>
          <a:p>
            <a:pPr lvl="0" defTabSz="914400" eaLnBrk="0" fontAlgn="base" latinLnBrk="0" hangingPunct="0">
              <a:spcBef>
                <a:spcPct val="0"/>
              </a:spcBef>
              <a:spcAft>
                <a:spcPct val="0"/>
              </a:spcAft>
            </a:pPr>
            <a:r>
              <a:rPr lang="vi-VN" sz="1600" dirty="0">
                <a:latin typeface="+mj-lt"/>
              </a:rPr>
              <a:t>	</a:t>
            </a:r>
            <a:r>
              <a:rPr lang="vi-VN" sz="1600" dirty="0" smtClean="0">
                <a:latin typeface="+mj-lt"/>
              </a:rPr>
              <a:t>	Thực thiện tạo khối đầu ra sau khi hoàn thành cài 			đặt Key và IA</a:t>
            </a:r>
          </a:p>
          <a:p>
            <a:pPr lvl="0" defTabSz="914400" eaLnBrk="0" fontAlgn="base" latinLnBrk="0" hangingPunct="0">
              <a:spcBef>
                <a:spcPct val="0"/>
              </a:spcBef>
              <a:spcAft>
                <a:spcPct val="0"/>
              </a:spcAft>
            </a:pPr>
            <a:endParaRPr lang="vi-VN" sz="1600" dirty="0" smtClean="0">
              <a:latin typeface="+mj-lt"/>
            </a:endParaRPr>
          </a:p>
          <a:p>
            <a:pPr lvl="0" defTabSz="914400" eaLnBrk="0" fontAlgn="base" latinLnBrk="0" hangingPunct="0">
              <a:spcBef>
                <a:spcPct val="0"/>
              </a:spcBef>
              <a:spcAft>
                <a:spcPct val="0"/>
              </a:spcAft>
            </a:pPr>
            <a:r>
              <a:rPr lang="vi-VN" sz="1600" dirty="0">
                <a:latin typeface="+mj-lt"/>
              </a:rPr>
              <a:t>	</a:t>
            </a:r>
            <a:r>
              <a:rPr lang="vi-VN" sz="1600" dirty="0" smtClean="0">
                <a:latin typeface="+mj-lt"/>
              </a:rPr>
              <a:t>Hàm mã </a:t>
            </a:r>
            <a:r>
              <a:rPr lang="vi-VN" sz="1600" dirty="0">
                <a:latin typeface="+mj-lt"/>
              </a:rPr>
              <a:t>hóa </a:t>
            </a:r>
            <a:r>
              <a:rPr lang="vi-VN" sz="1600" dirty="0" smtClean="0">
                <a:latin typeface="+mj-lt"/>
              </a:rPr>
              <a:t>(encrypt)</a:t>
            </a:r>
          </a:p>
          <a:p>
            <a:pPr lvl="0" defTabSz="914400" eaLnBrk="0" fontAlgn="base" latinLnBrk="0" hangingPunct="0">
              <a:spcBef>
                <a:spcPct val="0"/>
              </a:spcBef>
              <a:spcAft>
                <a:spcPct val="0"/>
              </a:spcAft>
            </a:pPr>
            <a:r>
              <a:rPr lang="vi-VN" sz="1600" dirty="0">
                <a:latin typeface="+mj-lt"/>
              </a:rPr>
              <a:t>	</a:t>
            </a:r>
            <a:r>
              <a:rPr lang="vi-VN" sz="1600" dirty="0" smtClean="0">
                <a:latin typeface="+mj-lt"/>
              </a:rPr>
              <a:t>	Thực hiện mã hóa đầu vào </a:t>
            </a:r>
          </a:p>
          <a:p>
            <a:pPr lvl="0" defTabSz="914400" eaLnBrk="0" fontAlgn="base" latinLnBrk="0" hangingPunct="0">
              <a:spcBef>
                <a:spcPct val="0"/>
              </a:spcBef>
              <a:spcAft>
                <a:spcPct val="0"/>
              </a:spcAft>
            </a:pPr>
            <a:r>
              <a:rPr lang="vi-VN" sz="1600" dirty="0">
                <a:latin typeface="+mj-lt"/>
              </a:rPr>
              <a:t>	</a:t>
            </a:r>
            <a:endParaRPr lang="vi-VN" sz="1600" dirty="0" smtClean="0">
              <a:latin typeface="+mj-lt"/>
            </a:endParaRPr>
          </a:p>
          <a:p>
            <a:pPr lvl="0" defTabSz="914400" eaLnBrk="0" fontAlgn="base" latinLnBrk="0" hangingPunct="0">
              <a:spcBef>
                <a:spcPct val="0"/>
              </a:spcBef>
              <a:spcAft>
                <a:spcPct val="0"/>
              </a:spcAft>
            </a:pPr>
            <a:r>
              <a:rPr lang="vi-VN" sz="1600" dirty="0">
                <a:latin typeface="+mj-lt"/>
              </a:rPr>
              <a:t>	</a:t>
            </a:r>
            <a:endParaRPr lang="vi-VN" sz="1600" dirty="0" smtClean="0">
              <a:latin typeface="+mj-lt"/>
            </a:endParaRPr>
          </a:p>
          <a:p>
            <a:pPr lvl="0" defTabSz="914400" eaLnBrk="0" fontAlgn="base" latinLnBrk="0" hangingPunct="0">
              <a:spcBef>
                <a:spcPct val="0"/>
              </a:spcBef>
              <a:spcAft>
                <a:spcPct val="0"/>
              </a:spcAft>
            </a:pPr>
            <a:endParaRPr lang="vi-VN" sz="1600" dirty="0">
              <a:latin typeface="+mj-lt"/>
            </a:endParaRPr>
          </a:p>
          <a:p>
            <a:pPr lvl="0" defTabSz="914400" eaLnBrk="0" fontAlgn="base" latinLnBrk="0" hangingPunct="0">
              <a:spcBef>
                <a:spcPct val="0"/>
              </a:spcBef>
              <a:spcAft>
                <a:spcPct val="0"/>
              </a:spcAft>
            </a:pPr>
            <a:endParaRPr kumimoji="0" lang="vi-VN" altLang="vi-VN" sz="1600" b="0" i="0" u="none" strike="noStrike" cap="none" normalizeH="0" baseline="0" dirty="0" smtClean="0">
              <a:ln>
                <a:noFill/>
              </a:ln>
              <a:solidFill>
                <a:schemeClr val="tx1"/>
              </a:solidFill>
              <a:effectLst/>
              <a:latin typeface="+mj-lt"/>
            </a:endParaRPr>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Rectangle 12"/>
          <p:cNvSpPr txBox="1">
            <a:spLocks noChangeArrowheads="1"/>
          </p:cNvSpPr>
          <p:nvPr/>
        </p:nvSpPr>
        <p:spPr>
          <a:xfrm>
            <a:off x="2843808" y="620688"/>
            <a:ext cx="5554758" cy="493034"/>
          </a:xfrm>
          <a:prstGeom prst="rect">
            <a:avLst/>
          </a:prstGeom>
          <a:noFill/>
        </p:spPr>
        <p:txBody>
          <a:bodyPr wrap="square" lIns="76786" tIns="38393" rIns="76786" bIns="38393" rtlCol="0">
            <a:spAutoFit/>
          </a:bodyPr>
          <a:lstStyle/>
          <a:p>
            <a:pPr>
              <a:spcBef>
                <a:spcPct val="0"/>
              </a:spcBef>
              <a:defRPr/>
            </a:pPr>
            <a:r>
              <a:rPr lang="vi-VN" altLang="ko-KR" sz="2700" b="1" dirty="0" smtClean="0">
                <a:solidFill>
                  <a:schemeClr val="tx1">
                    <a:lumMod val="85000"/>
                    <a:lumOff val="15000"/>
                  </a:schemeClr>
                </a:solidFill>
                <a:latin typeface="Montserrat" pitchFamily="50" charset="0"/>
              </a:rPr>
              <a:t>Hàm keySetup </a:t>
            </a:r>
            <a:endParaRPr lang="en-US" altLang="ko-KR" sz="2700" b="1" dirty="0">
              <a:solidFill>
                <a:schemeClr val="tx1">
                  <a:lumMod val="85000"/>
                  <a:lumOff val="15000"/>
                </a:schemeClr>
              </a:solidFill>
              <a:latin typeface="Montserrat" pitchFamily="50" charset="0"/>
            </a:endParaRPr>
          </a:p>
        </p:txBody>
      </p:sp>
      <p:sp>
        <p:nvSpPr>
          <p:cNvPr id="7" name="Rectangle 6"/>
          <p:cNvSpPr>
            <a:spLocks noChangeArrowheads="1"/>
          </p:cNvSpPr>
          <p:nvPr/>
        </p:nvSpPr>
        <p:spPr bwMode="auto">
          <a:xfrm>
            <a:off x="593237" y="1844824"/>
            <a:ext cx="7960191"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lvl="0" defTabSz="914400" eaLnBrk="0" fontAlgn="base" latinLnBrk="0" hangingPunct="0">
              <a:spcBef>
                <a:spcPct val="0"/>
              </a:spcBef>
              <a:spcAft>
                <a:spcPct val="0"/>
              </a:spcAft>
            </a:pPr>
            <a:r>
              <a:rPr lang="vi-VN" altLang="vi-VN" sz="1600" dirty="0">
                <a:latin typeface="+mj-lt"/>
              </a:rPr>
              <a:t>Chia khóa K thành các khóa con </a:t>
            </a:r>
            <a:r>
              <a:rPr lang="vi-VN" altLang="vi-VN" sz="1600" dirty="0" smtClean="0">
                <a:latin typeface="+mj-lt"/>
              </a:rPr>
              <a:t>K0 </a:t>
            </a:r>
            <a:r>
              <a:rPr lang="vi-VN" altLang="vi-VN" sz="1600" dirty="0">
                <a:latin typeface="+mj-lt"/>
              </a:rPr>
              <a:t>= K[15..0], K1 = K[31..16],... </a:t>
            </a:r>
            <a:r>
              <a:rPr lang="vi-VN" altLang="vi-VN" sz="1600" dirty="0" smtClean="0">
                <a:latin typeface="+mj-lt"/>
              </a:rPr>
              <a:t>K7= </a:t>
            </a:r>
            <a:r>
              <a:rPr lang="vi-VN" altLang="vi-VN" sz="1600" dirty="0">
                <a:latin typeface="+mj-lt"/>
              </a:rPr>
              <a:t>K[127..112]. Trạng thái ban đầu được khởi tạo như </a:t>
            </a:r>
            <a:r>
              <a:rPr lang="vi-VN" altLang="vi-VN" sz="1600" dirty="0" smtClean="0">
                <a:latin typeface="+mj-lt"/>
              </a:rPr>
              <a:t>sau:</a:t>
            </a:r>
          </a:p>
          <a:p>
            <a:pPr lvl="0" defTabSz="914400" eaLnBrk="0" fontAlgn="base" latinLnBrk="0" hangingPunct="0">
              <a:spcBef>
                <a:spcPct val="0"/>
              </a:spcBef>
              <a:spcAft>
                <a:spcPct val="0"/>
              </a:spcAft>
            </a:pPr>
            <a:endParaRPr lang="vi-VN" altLang="vi-VN" sz="1600" dirty="0" smtClean="0">
              <a:latin typeface="+mj-lt"/>
            </a:endParaRPr>
          </a:p>
          <a:p>
            <a:pPr lvl="4" defTabSz="914400" eaLnBrk="0" fontAlgn="base" latinLnBrk="0" hangingPunct="0">
              <a:spcBef>
                <a:spcPct val="0"/>
              </a:spcBef>
              <a:spcAft>
                <a:spcPct val="0"/>
              </a:spcAft>
            </a:pPr>
            <a:r>
              <a:rPr lang="vi-VN" altLang="vi-VN" sz="1600" dirty="0">
                <a:latin typeface="Montserrat Light" panose="00000400000000000000" pitchFamily="50" charset="0"/>
              </a:rPr>
              <a:t>for j=0 to 7:</a:t>
            </a:r>
          </a:p>
          <a:p>
            <a:pPr lvl="4" defTabSz="914400" eaLnBrk="0" fontAlgn="base" latinLnBrk="0" hangingPunct="0">
              <a:spcBef>
                <a:spcPct val="0"/>
              </a:spcBef>
              <a:spcAft>
                <a:spcPct val="0"/>
              </a:spcAft>
            </a:pPr>
            <a:r>
              <a:rPr lang="vi-VN" altLang="vi-VN" sz="1600" dirty="0">
                <a:latin typeface="Montserrat Light" panose="00000400000000000000" pitchFamily="50" charset="0"/>
              </a:rPr>
              <a:t>       if j is even:</a:t>
            </a:r>
          </a:p>
          <a:p>
            <a:pPr lvl="4" defTabSz="914400" eaLnBrk="0" fontAlgn="base" latinLnBrk="0" hangingPunct="0">
              <a:spcBef>
                <a:spcPct val="0"/>
              </a:spcBef>
              <a:spcAft>
                <a:spcPct val="0"/>
              </a:spcAft>
            </a:pPr>
            <a:r>
              <a:rPr lang="vi-VN" altLang="vi-VN" sz="1600" dirty="0">
                <a:latin typeface="Montserrat Light" panose="00000400000000000000" pitchFamily="50" charset="0"/>
              </a:rPr>
              <a:t>         Xj = K(j+1 mod 8) || Kj</a:t>
            </a:r>
          </a:p>
          <a:p>
            <a:pPr lvl="4" defTabSz="914400" eaLnBrk="0" fontAlgn="base" latinLnBrk="0" hangingPunct="0">
              <a:spcBef>
                <a:spcPct val="0"/>
              </a:spcBef>
              <a:spcAft>
                <a:spcPct val="0"/>
              </a:spcAft>
            </a:pPr>
            <a:r>
              <a:rPr lang="vi-VN" altLang="vi-VN" sz="1600" dirty="0">
                <a:latin typeface="Montserrat Light" panose="00000400000000000000" pitchFamily="50" charset="0"/>
              </a:rPr>
              <a:t>         Cj = K(j+4 mod 8) || K(j+5 mod 8)</a:t>
            </a:r>
          </a:p>
          <a:p>
            <a:pPr lvl="4" defTabSz="914400" eaLnBrk="0" fontAlgn="base" latinLnBrk="0" hangingPunct="0">
              <a:spcBef>
                <a:spcPct val="0"/>
              </a:spcBef>
              <a:spcAft>
                <a:spcPct val="0"/>
              </a:spcAft>
            </a:pPr>
            <a:r>
              <a:rPr lang="vi-VN" altLang="vi-VN" sz="1600" dirty="0">
                <a:latin typeface="Montserrat Light" panose="00000400000000000000" pitchFamily="50" charset="0"/>
              </a:rPr>
              <a:t>       else:</a:t>
            </a:r>
          </a:p>
          <a:p>
            <a:pPr lvl="4" defTabSz="914400" eaLnBrk="0" fontAlgn="base" latinLnBrk="0" hangingPunct="0">
              <a:spcBef>
                <a:spcPct val="0"/>
              </a:spcBef>
              <a:spcAft>
                <a:spcPct val="0"/>
              </a:spcAft>
            </a:pPr>
            <a:r>
              <a:rPr lang="vi-VN" altLang="vi-VN" sz="1600" dirty="0">
                <a:latin typeface="Montserrat Light" panose="00000400000000000000" pitchFamily="50" charset="0"/>
              </a:rPr>
              <a:t>         Xj = K(j+5 mod 8) || K(j+4 mod 8)</a:t>
            </a:r>
          </a:p>
          <a:p>
            <a:pPr lvl="4" defTabSz="914400" eaLnBrk="0" fontAlgn="base" latinLnBrk="0" hangingPunct="0">
              <a:spcBef>
                <a:spcPct val="0"/>
              </a:spcBef>
              <a:spcAft>
                <a:spcPct val="0"/>
              </a:spcAft>
            </a:pPr>
            <a:r>
              <a:rPr lang="vi-VN" altLang="vi-VN" sz="1600" dirty="0">
                <a:latin typeface="Montserrat Light" panose="00000400000000000000" pitchFamily="50" charset="0"/>
              </a:rPr>
              <a:t>         Cj = Kj || K(j+1 mod </a:t>
            </a:r>
            <a:r>
              <a:rPr lang="vi-VN" altLang="vi-VN" sz="1600" dirty="0" smtClean="0">
                <a:latin typeface="Montserrat Light" panose="00000400000000000000" pitchFamily="50" charset="0"/>
              </a:rPr>
              <a:t>8)</a:t>
            </a:r>
          </a:p>
          <a:p>
            <a:pPr lvl="4" defTabSz="914400" eaLnBrk="0" fontAlgn="base" latinLnBrk="0" hangingPunct="0">
              <a:spcBef>
                <a:spcPct val="0"/>
              </a:spcBef>
              <a:spcAft>
                <a:spcPct val="0"/>
              </a:spcAft>
            </a:pPr>
            <a:endParaRPr lang="vi-VN" altLang="vi-VN" sz="1600" dirty="0" smtClean="0">
              <a:latin typeface="Montserrat Light" panose="00000400000000000000" pitchFamily="50" charset="0"/>
            </a:endParaRPr>
          </a:p>
          <a:p>
            <a:pPr lvl="0" defTabSz="914400" eaLnBrk="0" fontAlgn="base" latinLnBrk="0" hangingPunct="0">
              <a:spcBef>
                <a:spcPct val="0"/>
              </a:spcBef>
              <a:spcAft>
                <a:spcPct val="0"/>
              </a:spcAft>
            </a:pPr>
            <a:r>
              <a:rPr lang="vi-VN" altLang="vi-VN" sz="1600" dirty="0" smtClean="0">
                <a:latin typeface="+mj-lt"/>
              </a:rPr>
              <a:t>Hệ thống sau đó được lặp lại bốn lần, mỗi lần lặp bao gồm counterUpdate </a:t>
            </a:r>
            <a:r>
              <a:rPr lang="vi-VN" altLang="vi-VN" sz="1600" dirty="0">
                <a:latin typeface="+mj-lt"/>
              </a:rPr>
              <a:t>và nextState </a:t>
            </a:r>
            <a:endParaRPr lang="vi-VN" altLang="vi-VN" sz="1600" dirty="0" smtClean="0">
              <a:latin typeface="+mj-lt"/>
            </a:endParaRPr>
          </a:p>
          <a:p>
            <a:pPr lvl="0" defTabSz="914400" eaLnBrk="0" fontAlgn="base" latinLnBrk="0" hangingPunct="0">
              <a:spcBef>
                <a:spcPct val="0"/>
              </a:spcBef>
              <a:spcAft>
                <a:spcPct val="0"/>
              </a:spcAft>
            </a:pPr>
            <a:r>
              <a:rPr lang="vi-VN" altLang="vi-VN" sz="1600" dirty="0" smtClean="0">
                <a:latin typeface="+mj-lt"/>
              </a:rPr>
              <a:t>Sau </a:t>
            </a:r>
            <a:r>
              <a:rPr lang="vi-VN" altLang="vi-VN" sz="1600" dirty="0">
                <a:latin typeface="+mj-lt"/>
              </a:rPr>
              <a:t>đó, các biến đếm được khởi tạo lại thành</a:t>
            </a:r>
          </a:p>
          <a:p>
            <a:pPr lvl="0" defTabSz="914400" eaLnBrk="0" fontAlgn="base" latinLnBrk="0" hangingPunct="0">
              <a:spcBef>
                <a:spcPct val="0"/>
              </a:spcBef>
              <a:spcAft>
                <a:spcPct val="0"/>
              </a:spcAft>
            </a:pPr>
            <a:endParaRPr lang="vi-VN" altLang="vi-VN" sz="1600" dirty="0">
              <a:latin typeface="+mj-lt"/>
            </a:endParaRPr>
          </a:p>
          <a:p>
            <a:pPr lvl="4" defTabSz="914400" eaLnBrk="0" fontAlgn="base" latinLnBrk="0" hangingPunct="0">
              <a:spcBef>
                <a:spcPct val="0"/>
              </a:spcBef>
              <a:spcAft>
                <a:spcPct val="0"/>
              </a:spcAft>
            </a:pPr>
            <a:r>
              <a:rPr lang="da-DK" altLang="vi-VN" sz="1600" dirty="0">
                <a:latin typeface="Montserrat Light" panose="00000400000000000000" pitchFamily="50" charset="0"/>
              </a:rPr>
              <a:t>for j=0 to 7:</a:t>
            </a:r>
          </a:p>
          <a:p>
            <a:pPr lvl="4" defTabSz="914400" eaLnBrk="0" fontAlgn="base" latinLnBrk="0" hangingPunct="0">
              <a:spcBef>
                <a:spcPct val="0"/>
              </a:spcBef>
              <a:spcAft>
                <a:spcPct val="0"/>
              </a:spcAft>
            </a:pPr>
            <a:r>
              <a:rPr lang="da-DK" altLang="vi-VN" sz="1600" dirty="0">
                <a:latin typeface="Montserrat Light" panose="00000400000000000000" pitchFamily="50" charset="0"/>
              </a:rPr>
              <a:t>       Cj = Cj ^ X(j+4 mod 8)</a:t>
            </a:r>
            <a:endParaRPr kumimoji="0" lang="vi-VN" altLang="vi-VN" sz="1600" b="0" i="0" u="none" strike="noStrike" cap="none" normalizeH="0" baseline="0" dirty="0" smtClean="0">
              <a:ln>
                <a:noFill/>
              </a:ln>
              <a:solidFill>
                <a:schemeClr val="tx1"/>
              </a:solidFill>
              <a:effectLst/>
              <a:latin typeface="Montserrat Light" panose="00000400000000000000" pitchFamily="50" charset="0"/>
            </a:endParaRPr>
          </a:p>
        </p:txBody>
      </p:sp>
    </p:spTree>
    <p:extLst>
      <p:ext uri="{BB962C8B-B14F-4D97-AF65-F5344CB8AC3E}">
        <p14:creationId xmlns:p14="http://schemas.microsoft.com/office/powerpoint/2010/main" val="415162645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Rectangle 12"/>
          <p:cNvSpPr txBox="1">
            <a:spLocks noChangeArrowheads="1"/>
          </p:cNvSpPr>
          <p:nvPr/>
        </p:nvSpPr>
        <p:spPr>
          <a:xfrm>
            <a:off x="2925419" y="620688"/>
            <a:ext cx="5554758" cy="493034"/>
          </a:xfrm>
          <a:prstGeom prst="rect">
            <a:avLst/>
          </a:prstGeom>
          <a:noFill/>
        </p:spPr>
        <p:txBody>
          <a:bodyPr wrap="square" lIns="76786" tIns="38393" rIns="76786" bIns="38393" rtlCol="0">
            <a:spAutoFit/>
          </a:bodyPr>
          <a:lstStyle/>
          <a:p>
            <a:pPr>
              <a:spcBef>
                <a:spcPct val="0"/>
              </a:spcBef>
              <a:defRPr/>
            </a:pPr>
            <a:r>
              <a:rPr lang="vi-VN" altLang="ko-KR" sz="2700" b="1" dirty="0" smtClean="0">
                <a:solidFill>
                  <a:schemeClr val="tx1">
                    <a:lumMod val="85000"/>
                    <a:lumOff val="15000"/>
                  </a:schemeClr>
                </a:solidFill>
                <a:latin typeface="Montserrat" pitchFamily="50" charset="0"/>
              </a:rPr>
              <a:t>Hàm IVSetup </a:t>
            </a:r>
            <a:endParaRPr lang="en-US" altLang="ko-KR" sz="2700" b="1" dirty="0">
              <a:solidFill>
                <a:schemeClr val="tx1">
                  <a:lumMod val="85000"/>
                  <a:lumOff val="15000"/>
                </a:schemeClr>
              </a:solidFill>
              <a:latin typeface="Montserrat" pitchFamily="50" charset="0"/>
            </a:endParaRPr>
          </a:p>
        </p:txBody>
      </p:sp>
      <p:sp>
        <p:nvSpPr>
          <p:cNvPr id="7" name="Rectangle 6"/>
          <p:cNvSpPr>
            <a:spLocks noChangeArrowheads="1"/>
          </p:cNvSpPr>
          <p:nvPr/>
        </p:nvSpPr>
        <p:spPr bwMode="auto">
          <a:xfrm>
            <a:off x="519986" y="1721713"/>
            <a:ext cx="7960191" cy="39395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lvl="0" defTabSz="914400" eaLnBrk="0" fontAlgn="base" latinLnBrk="0" hangingPunct="0">
              <a:spcBef>
                <a:spcPct val="0"/>
              </a:spcBef>
              <a:spcAft>
                <a:spcPct val="0"/>
              </a:spcAft>
            </a:pPr>
            <a:r>
              <a:rPr lang="vi-VN" altLang="vi-VN" sz="1600" dirty="0">
                <a:latin typeface="+mj-lt"/>
              </a:rPr>
              <a:t>Nếu IV được sử dụng để mã hóa, các biến đếm sẽ được sửa </a:t>
            </a:r>
            <a:r>
              <a:rPr lang="vi-VN" altLang="vi-VN" sz="1600" dirty="0" smtClean="0">
                <a:latin typeface="+mj-lt"/>
              </a:rPr>
              <a:t>đổi sau </a:t>
            </a:r>
            <a:r>
              <a:rPr lang="vi-VN" altLang="vi-VN" sz="1600" dirty="0">
                <a:latin typeface="+mj-lt"/>
              </a:rPr>
              <a:t>khi thiết lập khóa. Biểu thị các bit IV bằng IV[63..0], </a:t>
            </a:r>
            <a:r>
              <a:rPr lang="vi-VN" altLang="vi-VN" sz="1600" dirty="0" smtClean="0">
                <a:latin typeface="+mj-lt"/>
              </a:rPr>
              <a:t>ta thiết lập như sau:</a:t>
            </a:r>
            <a:endParaRPr lang="vi-VN" altLang="vi-VN" sz="1600" dirty="0">
              <a:latin typeface="+mj-lt"/>
            </a:endParaRPr>
          </a:p>
          <a:p>
            <a:pPr lvl="0" defTabSz="914400" eaLnBrk="0" fontAlgn="base" latinLnBrk="0" hangingPunct="0">
              <a:spcBef>
                <a:spcPct val="0"/>
              </a:spcBef>
              <a:spcAft>
                <a:spcPct val="0"/>
              </a:spcAft>
            </a:pPr>
            <a:endParaRPr lang="vi-VN" altLang="vi-VN" sz="1600" dirty="0">
              <a:latin typeface="+mj-lt"/>
            </a:endParaRPr>
          </a:p>
          <a:p>
            <a:pPr lvl="0" defTabSz="914400" eaLnBrk="0" fontAlgn="base" latinLnBrk="0" hangingPunct="0">
              <a:spcBef>
                <a:spcPct val="0"/>
              </a:spcBef>
              <a:spcAft>
                <a:spcPct val="0"/>
              </a:spcAft>
            </a:pPr>
            <a:r>
              <a:rPr lang="vi-VN" altLang="vi-VN" sz="1600" dirty="0">
                <a:latin typeface="+mj-lt"/>
              </a:rPr>
              <a:t> </a:t>
            </a:r>
            <a:r>
              <a:rPr lang="vi-VN" altLang="vi-VN" sz="1600" dirty="0" smtClean="0">
                <a:latin typeface="+mj-lt"/>
              </a:rPr>
              <a:t>     	C0 = C0 ^ IV[31..0] 		C1 = C1 ^ (IV[63..48] || IV[31..16])</a:t>
            </a:r>
          </a:p>
          <a:p>
            <a:pPr lvl="0" defTabSz="914400" eaLnBrk="0" fontAlgn="base" latinLnBrk="0" hangingPunct="0">
              <a:spcBef>
                <a:spcPct val="0"/>
              </a:spcBef>
              <a:spcAft>
                <a:spcPct val="0"/>
              </a:spcAft>
            </a:pPr>
            <a:r>
              <a:rPr lang="vi-VN" altLang="vi-VN" sz="1600" dirty="0" smtClean="0">
                <a:latin typeface="+mj-lt"/>
              </a:rPr>
              <a:t>      	C2 = C2 ^ IV[63..32] 	C3 = C3 ^ (IV[47..32] || IV[15..0])</a:t>
            </a:r>
          </a:p>
          <a:p>
            <a:pPr lvl="0" defTabSz="914400" eaLnBrk="0" fontAlgn="base" latinLnBrk="0" hangingPunct="0">
              <a:spcBef>
                <a:spcPct val="0"/>
              </a:spcBef>
              <a:spcAft>
                <a:spcPct val="0"/>
              </a:spcAft>
            </a:pPr>
            <a:r>
              <a:rPr lang="vi-VN" altLang="vi-VN" sz="1600" dirty="0" smtClean="0">
                <a:latin typeface="+mj-lt"/>
              </a:rPr>
              <a:t>	C4 </a:t>
            </a:r>
            <a:r>
              <a:rPr lang="vi-VN" altLang="vi-VN" sz="1600" dirty="0">
                <a:latin typeface="+mj-lt"/>
              </a:rPr>
              <a:t>= C4 ^ IV[31..0]       </a:t>
            </a:r>
            <a:r>
              <a:rPr lang="vi-VN" altLang="vi-VN" sz="1600" dirty="0" smtClean="0">
                <a:latin typeface="+mj-lt"/>
              </a:rPr>
              <a:t>	C5 </a:t>
            </a:r>
            <a:r>
              <a:rPr lang="vi-VN" altLang="vi-VN" sz="1600" dirty="0">
                <a:latin typeface="+mj-lt"/>
              </a:rPr>
              <a:t>= C5 ^ (IV[63..48] || IV[31..16])</a:t>
            </a:r>
          </a:p>
          <a:p>
            <a:pPr lvl="0" defTabSz="914400" eaLnBrk="0" fontAlgn="base" latinLnBrk="0" hangingPunct="0">
              <a:spcBef>
                <a:spcPct val="0"/>
              </a:spcBef>
              <a:spcAft>
                <a:spcPct val="0"/>
              </a:spcAft>
            </a:pPr>
            <a:r>
              <a:rPr lang="vi-VN" altLang="vi-VN" sz="1600" dirty="0">
                <a:latin typeface="+mj-lt"/>
              </a:rPr>
              <a:t>    </a:t>
            </a:r>
            <a:r>
              <a:rPr lang="vi-VN" altLang="vi-VN" sz="1600" dirty="0" smtClean="0">
                <a:latin typeface="+mj-lt"/>
              </a:rPr>
              <a:t>	C6 </a:t>
            </a:r>
            <a:r>
              <a:rPr lang="vi-VN" altLang="vi-VN" sz="1600" dirty="0">
                <a:latin typeface="+mj-lt"/>
              </a:rPr>
              <a:t>= C6 ^ IV[63..32]       </a:t>
            </a:r>
            <a:r>
              <a:rPr lang="vi-VN" altLang="vi-VN" sz="1600" dirty="0" smtClean="0">
                <a:latin typeface="+mj-lt"/>
              </a:rPr>
              <a:t>	C7 </a:t>
            </a:r>
            <a:r>
              <a:rPr lang="vi-VN" altLang="vi-VN" sz="1600" dirty="0">
                <a:latin typeface="+mj-lt"/>
              </a:rPr>
              <a:t>= C7 ^ (IV[47..32] || IV[15..0</a:t>
            </a:r>
            <a:r>
              <a:rPr lang="vi-VN" altLang="vi-VN" sz="1600" dirty="0" smtClean="0">
                <a:latin typeface="+mj-lt"/>
              </a:rPr>
              <a:t>])</a:t>
            </a:r>
          </a:p>
          <a:p>
            <a:pPr lvl="0" defTabSz="914400" eaLnBrk="0" fontAlgn="base" latinLnBrk="0" hangingPunct="0">
              <a:spcBef>
                <a:spcPct val="0"/>
              </a:spcBef>
              <a:spcAft>
                <a:spcPct val="0"/>
              </a:spcAft>
            </a:pPr>
            <a:endParaRPr lang="vi-VN" altLang="vi-VN" sz="1600" dirty="0" smtClean="0">
              <a:latin typeface="+mj-lt"/>
            </a:endParaRPr>
          </a:p>
          <a:p>
            <a:pPr lvl="0" defTabSz="914400" eaLnBrk="0" fontAlgn="base" latinLnBrk="0" hangingPunct="0">
              <a:spcBef>
                <a:spcPct val="0"/>
              </a:spcBef>
              <a:spcAft>
                <a:spcPct val="0"/>
              </a:spcAft>
            </a:pPr>
            <a:r>
              <a:rPr lang="vi-VN" altLang="vi-VN" sz="1600" dirty="0">
                <a:latin typeface="+mj-lt"/>
              </a:rPr>
              <a:t>Sau đó hệ thống được lặp lại 4 lần nữa, </a:t>
            </a:r>
            <a:r>
              <a:rPr lang="vi-VN" altLang="vi-VN" sz="1600" dirty="0" smtClean="0">
                <a:latin typeface="+mj-lt"/>
              </a:rPr>
              <a:t>bao gồm counterUpdate và nextState</a:t>
            </a:r>
          </a:p>
          <a:p>
            <a:pPr lvl="0" defTabSz="914400" eaLnBrk="0" fontAlgn="base" latinLnBrk="0" hangingPunct="0">
              <a:spcBef>
                <a:spcPct val="0"/>
              </a:spcBef>
              <a:spcAft>
                <a:spcPct val="0"/>
              </a:spcAft>
            </a:pPr>
            <a:r>
              <a:rPr lang="vi-VN" altLang="vi-VN" sz="1600" dirty="0" smtClean="0">
                <a:latin typeface="+mj-lt"/>
              </a:rPr>
              <a:t>Mối </a:t>
            </a:r>
            <a:r>
              <a:rPr lang="vi-VN" altLang="vi-VN" sz="1600" dirty="0">
                <a:latin typeface="+mj-lt"/>
              </a:rPr>
              <a:t>quan hệ giữa khóa và thiết lập IV như sau</a:t>
            </a:r>
            <a:r>
              <a:rPr lang="vi-VN" altLang="vi-VN" sz="1600" dirty="0" smtClean="0">
                <a:latin typeface="+mj-lt"/>
              </a:rPr>
              <a:t>:</a:t>
            </a:r>
          </a:p>
          <a:p>
            <a:pPr lvl="0" defTabSz="914400" eaLnBrk="0" fontAlgn="base" latinLnBrk="0" hangingPunct="0">
              <a:spcBef>
                <a:spcPct val="0"/>
              </a:spcBef>
              <a:spcAft>
                <a:spcPct val="0"/>
              </a:spcAft>
            </a:pPr>
            <a:r>
              <a:rPr lang="vi-VN" altLang="vi-VN" sz="1600" dirty="0" smtClean="0">
                <a:latin typeface="+mj-lt"/>
              </a:rPr>
              <a:t>       </a:t>
            </a:r>
            <a:r>
              <a:rPr lang="vi-VN" altLang="vi-VN" sz="1600" dirty="0">
                <a:latin typeface="+mj-lt"/>
              </a:rPr>
              <a:t>- Sau khi thiết lập khóa, trạng thái bên trong thu được sẽ được lưu dưới dạng trạng thái chính. Sau đó, thiết lập IV sẽ được chạy để có được trạng thái bắt đầu mã hóa đầu </a:t>
            </a:r>
            <a:r>
              <a:rPr lang="vi-VN" altLang="vi-VN" sz="1600" dirty="0" smtClean="0">
                <a:latin typeface="+mj-lt"/>
              </a:rPr>
              <a:t>tiên.</a:t>
            </a:r>
            <a:endParaRPr lang="vi-VN" altLang="vi-VN" sz="1600" dirty="0">
              <a:latin typeface="+mj-lt"/>
            </a:endParaRPr>
          </a:p>
          <a:p>
            <a:pPr lvl="0" defTabSz="914400" eaLnBrk="0" fontAlgn="base" latinLnBrk="0" hangingPunct="0">
              <a:spcBef>
                <a:spcPct val="0"/>
              </a:spcBef>
              <a:spcAft>
                <a:spcPct val="0"/>
              </a:spcAft>
            </a:pPr>
            <a:r>
              <a:rPr lang="vi-VN" altLang="vi-VN" sz="1600" dirty="0">
                <a:latin typeface="+mj-lt"/>
              </a:rPr>
              <a:t>    </a:t>
            </a:r>
            <a:r>
              <a:rPr lang="vi-VN" altLang="vi-VN" sz="1600" dirty="0" smtClean="0">
                <a:latin typeface="+mj-lt"/>
              </a:rPr>
              <a:t>   </a:t>
            </a:r>
            <a:r>
              <a:rPr lang="vi-VN" altLang="vi-VN" sz="1600" dirty="0">
                <a:latin typeface="+mj-lt"/>
              </a:rPr>
              <a:t>- Bất cứ khi nào cần khởi tạo lại </a:t>
            </a:r>
            <a:r>
              <a:rPr lang="vi-VN" altLang="vi-VN" sz="1600" dirty="0" smtClean="0">
                <a:latin typeface="+mj-lt"/>
              </a:rPr>
              <a:t>IV </a:t>
            </a:r>
            <a:r>
              <a:rPr lang="vi-VN" altLang="vi-VN" sz="1600" dirty="0">
                <a:latin typeface="+mj-lt"/>
              </a:rPr>
              <a:t>mới, thiết lập IV sẽ được chạy lại ở trạng thái chính để lấy trạng thái </a:t>
            </a:r>
            <a:r>
              <a:rPr lang="vi-VN" altLang="vi-VN" sz="1600" dirty="0" smtClean="0">
                <a:latin typeface="+mj-lt"/>
              </a:rPr>
              <a:t>mã hóa mới </a:t>
            </a:r>
            <a:r>
              <a:rPr lang="vi-VN" altLang="vi-VN" sz="1600" dirty="0">
                <a:latin typeface="+mj-lt"/>
              </a:rPr>
              <a:t>tiếp theo.</a:t>
            </a:r>
            <a:endParaRPr kumimoji="0" lang="vi-VN" altLang="vi-VN" sz="1600" b="0" i="0" u="none" strike="noStrike" cap="none" normalizeH="0" baseline="0" dirty="0" smtClean="0">
              <a:ln>
                <a:noFill/>
              </a:ln>
              <a:solidFill>
                <a:schemeClr val="tx1"/>
              </a:solidFill>
              <a:effectLst/>
              <a:latin typeface="+mj-lt"/>
            </a:endParaRPr>
          </a:p>
        </p:txBody>
      </p:sp>
    </p:spTree>
    <p:extLst>
      <p:ext uri="{BB962C8B-B14F-4D97-AF65-F5344CB8AC3E}">
        <p14:creationId xmlns:p14="http://schemas.microsoft.com/office/powerpoint/2010/main" val="62935320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Rectangle 12"/>
          <p:cNvSpPr txBox="1">
            <a:spLocks noChangeArrowheads="1"/>
          </p:cNvSpPr>
          <p:nvPr/>
        </p:nvSpPr>
        <p:spPr>
          <a:xfrm>
            <a:off x="2627784" y="579499"/>
            <a:ext cx="5554758" cy="493034"/>
          </a:xfrm>
          <a:prstGeom prst="rect">
            <a:avLst/>
          </a:prstGeom>
          <a:noFill/>
        </p:spPr>
        <p:txBody>
          <a:bodyPr wrap="square" lIns="76786" tIns="38393" rIns="76786" bIns="38393" rtlCol="0">
            <a:spAutoFit/>
          </a:bodyPr>
          <a:lstStyle/>
          <a:p>
            <a:pPr>
              <a:spcBef>
                <a:spcPct val="0"/>
              </a:spcBef>
              <a:defRPr/>
            </a:pPr>
            <a:r>
              <a:rPr lang="vi-VN" altLang="ko-KR" sz="2700" b="1" dirty="0" smtClean="0">
                <a:solidFill>
                  <a:schemeClr val="tx1">
                    <a:lumMod val="85000"/>
                    <a:lumOff val="15000"/>
                  </a:schemeClr>
                </a:solidFill>
                <a:latin typeface="Montserrat" pitchFamily="50" charset="0"/>
              </a:rPr>
              <a:t>Hàm counterUpdate </a:t>
            </a:r>
            <a:endParaRPr lang="en-US" altLang="ko-KR" sz="2700" b="1" dirty="0">
              <a:solidFill>
                <a:schemeClr val="tx1">
                  <a:lumMod val="85000"/>
                  <a:lumOff val="15000"/>
                </a:schemeClr>
              </a:solidFill>
              <a:latin typeface="Montserrat" pitchFamily="50" charset="0"/>
            </a:endParaRPr>
          </a:p>
        </p:txBody>
      </p:sp>
      <p:sp>
        <p:nvSpPr>
          <p:cNvPr id="7" name="Rectangle 6"/>
          <p:cNvSpPr>
            <a:spLocks noChangeArrowheads="1"/>
          </p:cNvSpPr>
          <p:nvPr/>
        </p:nvSpPr>
        <p:spPr bwMode="auto">
          <a:xfrm>
            <a:off x="519986" y="1772816"/>
            <a:ext cx="7960191" cy="27084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lvl="0" defTabSz="914400" eaLnBrk="0" fontAlgn="base" latinLnBrk="0" hangingPunct="0">
              <a:spcBef>
                <a:spcPct val="0"/>
              </a:spcBef>
              <a:spcAft>
                <a:spcPct val="0"/>
              </a:spcAft>
            </a:pPr>
            <a:r>
              <a:rPr lang="vi-VN" altLang="vi-VN" sz="1600" dirty="0">
                <a:latin typeface="+mj-lt"/>
              </a:rPr>
              <a:t>Trước mỗi lần thực thi hàm nextState,    hệ thống truy cập phải được cập nhật. Hệ thống này sử dụng hằng số  </a:t>
            </a:r>
            <a:r>
              <a:rPr lang="vi-VN" altLang="vi-VN" sz="1600" dirty="0" smtClean="0">
                <a:latin typeface="+mj-lt"/>
              </a:rPr>
              <a:t>A1</a:t>
            </a:r>
            <a:r>
              <a:rPr lang="vi-VN" altLang="vi-VN" sz="1600" dirty="0">
                <a:latin typeface="+mj-lt"/>
              </a:rPr>
              <a:t>,...,A7 như sau:    </a:t>
            </a:r>
            <a:endParaRPr lang="vi-VN" altLang="vi-VN" sz="1600" dirty="0" smtClean="0">
              <a:latin typeface="+mj-lt"/>
            </a:endParaRPr>
          </a:p>
          <a:p>
            <a:pPr lvl="0" defTabSz="914400" eaLnBrk="0" fontAlgn="base" latinLnBrk="0" hangingPunct="0">
              <a:spcBef>
                <a:spcPct val="0"/>
              </a:spcBef>
              <a:spcAft>
                <a:spcPct val="0"/>
              </a:spcAft>
            </a:pPr>
            <a:r>
              <a:rPr lang="vi-VN" altLang="vi-VN" sz="1600" dirty="0" smtClean="0">
                <a:latin typeface="+mj-lt"/>
              </a:rPr>
              <a:t>  </a:t>
            </a:r>
          </a:p>
          <a:p>
            <a:pPr lvl="0" defTabSz="914400" eaLnBrk="0" fontAlgn="base" latinLnBrk="0" hangingPunct="0">
              <a:spcBef>
                <a:spcPct val="0"/>
              </a:spcBef>
              <a:spcAft>
                <a:spcPct val="0"/>
              </a:spcAft>
            </a:pPr>
            <a:r>
              <a:rPr lang="vi-VN" altLang="vi-VN" sz="1600" dirty="0" smtClean="0">
                <a:latin typeface="+mj-lt"/>
              </a:rPr>
              <a:t>A0 </a:t>
            </a:r>
            <a:r>
              <a:rPr lang="vi-VN" altLang="vi-VN" sz="1600" dirty="0">
                <a:latin typeface="+mj-lt"/>
              </a:rPr>
              <a:t>= 0x4D34D34D </a:t>
            </a:r>
            <a:r>
              <a:rPr lang="vi-VN" altLang="vi-VN" sz="1600" dirty="0" smtClean="0">
                <a:latin typeface="+mj-lt"/>
              </a:rPr>
              <a:t> </a:t>
            </a:r>
          </a:p>
          <a:p>
            <a:pPr lvl="0" defTabSz="914400" eaLnBrk="0" fontAlgn="base" latinLnBrk="0" hangingPunct="0">
              <a:spcBef>
                <a:spcPct val="0"/>
              </a:spcBef>
              <a:spcAft>
                <a:spcPct val="0"/>
              </a:spcAft>
            </a:pPr>
            <a:r>
              <a:rPr lang="vi-VN" altLang="vi-VN" sz="1600" dirty="0" smtClean="0">
                <a:latin typeface="+mj-lt"/>
              </a:rPr>
              <a:t>A1 </a:t>
            </a:r>
            <a:r>
              <a:rPr lang="vi-VN" altLang="vi-VN" sz="1600" dirty="0">
                <a:latin typeface="+mj-lt"/>
              </a:rPr>
              <a:t>= 0xD34D34D3      </a:t>
            </a:r>
            <a:endParaRPr lang="vi-VN" altLang="vi-VN" sz="1600" dirty="0" smtClean="0">
              <a:latin typeface="+mj-lt"/>
            </a:endParaRPr>
          </a:p>
          <a:p>
            <a:pPr lvl="0" defTabSz="914400" eaLnBrk="0" fontAlgn="base" latinLnBrk="0" hangingPunct="0">
              <a:spcBef>
                <a:spcPct val="0"/>
              </a:spcBef>
              <a:spcAft>
                <a:spcPct val="0"/>
              </a:spcAft>
            </a:pPr>
            <a:r>
              <a:rPr lang="vi-VN" altLang="vi-VN" sz="1600" dirty="0" smtClean="0">
                <a:latin typeface="+mj-lt"/>
              </a:rPr>
              <a:t>A2 </a:t>
            </a:r>
            <a:r>
              <a:rPr lang="vi-VN" altLang="vi-VN" sz="1600" dirty="0">
                <a:latin typeface="+mj-lt"/>
              </a:rPr>
              <a:t>= 0x34D34D34 </a:t>
            </a:r>
            <a:endParaRPr lang="vi-VN" altLang="vi-VN" sz="1600" dirty="0" smtClean="0">
              <a:latin typeface="+mj-lt"/>
            </a:endParaRPr>
          </a:p>
          <a:p>
            <a:pPr lvl="0" defTabSz="914400" eaLnBrk="0" fontAlgn="base" latinLnBrk="0" hangingPunct="0">
              <a:spcBef>
                <a:spcPct val="0"/>
              </a:spcBef>
              <a:spcAft>
                <a:spcPct val="0"/>
              </a:spcAft>
            </a:pPr>
            <a:r>
              <a:rPr lang="vi-VN" altLang="vi-VN" sz="1600" dirty="0" smtClean="0">
                <a:latin typeface="+mj-lt"/>
              </a:rPr>
              <a:t>A3 </a:t>
            </a:r>
            <a:r>
              <a:rPr lang="vi-VN" altLang="vi-VN" sz="1600" dirty="0">
                <a:latin typeface="+mj-lt"/>
              </a:rPr>
              <a:t>= 0x4D34D34D      </a:t>
            </a:r>
            <a:endParaRPr lang="vi-VN" altLang="vi-VN" sz="1600" dirty="0" smtClean="0">
              <a:latin typeface="+mj-lt"/>
            </a:endParaRPr>
          </a:p>
          <a:p>
            <a:pPr lvl="0" defTabSz="914400" eaLnBrk="0" fontAlgn="base" latinLnBrk="0" hangingPunct="0">
              <a:spcBef>
                <a:spcPct val="0"/>
              </a:spcBef>
              <a:spcAft>
                <a:spcPct val="0"/>
              </a:spcAft>
            </a:pPr>
            <a:r>
              <a:rPr lang="vi-VN" altLang="vi-VN" sz="1600" dirty="0" smtClean="0">
                <a:latin typeface="+mj-lt"/>
              </a:rPr>
              <a:t>A4 </a:t>
            </a:r>
            <a:r>
              <a:rPr lang="vi-VN" altLang="vi-VN" sz="1600" dirty="0">
                <a:latin typeface="+mj-lt"/>
              </a:rPr>
              <a:t>= 0xD34D34D3 </a:t>
            </a:r>
            <a:endParaRPr lang="vi-VN" altLang="vi-VN" sz="1600" dirty="0" smtClean="0">
              <a:latin typeface="+mj-lt"/>
            </a:endParaRPr>
          </a:p>
          <a:p>
            <a:pPr lvl="0" defTabSz="914400" eaLnBrk="0" fontAlgn="base" latinLnBrk="0" hangingPunct="0">
              <a:spcBef>
                <a:spcPct val="0"/>
              </a:spcBef>
              <a:spcAft>
                <a:spcPct val="0"/>
              </a:spcAft>
            </a:pPr>
            <a:r>
              <a:rPr lang="vi-VN" altLang="vi-VN" sz="1600" dirty="0" smtClean="0">
                <a:latin typeface="+mj-lt"/>
              </a:rPr>
              <a:t>A5 </a:t>
            </a:r>
            <a:r>
              <a:rPr lang="vi-VN" altLang="vi-VN" sz="1600" dirty="0">
                <a:latin typeface="+mj-lt"/>
              </a:rPr>
              <a:t>= 0x34D34D34      </a:t>
            </a:r>
            <a:endParaRPr lang="vi-VN" altLang="vi-VN" sz="1600" dirty="0" smtClean="0">
              <a:latin typeface="+mj-lt"/>
            </a:endParaRPr>
          </a:p>
          <a:p>
            <a:pPr lvl="0" defTabSz="914400" eaLnBrk="0" fontAlgn="base" latinLnBrk="0" hangingPunct="0">
              <a:spcBef>
                <a:spcPct val="0"/>
              </a:spcBef>
              <a:spcAft>
                <a:spcPct val="0"/>
              </a:spcAft>
            </a:pPr>
            <a:r>
              <a:rPr lang="vi-VN" altLang="vi-VN" sz="1600" dirty="0" smtClean="0">
                <a:latin typeface="+mj-lt"/>
              </a:rPr>
              <a:t>A6 </a:t>
            </a:r>
            <a:r>
              <a:rPr lang="vi-VN" altLang="vi-VN" sz="1600" dirty="0">
                <a:latin typeface="+mj-lt"/>
              </a:rPr>
              <a:t>= 0x4D34D34D </a:t>
            </a:r>
            <a:endParaRPr lang="vi-VN" altLang="vi-VN" sz="1600" dirty="0" smtClean="0">
              <a:latin typeface="+mj-lt"/>
            </a:endParaRPr>
          </a:p>
          <a:p>
            <a:pPr lvl="0" defTabSz="914400" eaLnBrk="0" fontAlgn="base" latinLnBrk="0" hangingPunct="0">
              <a:spcBef>
                <a:spcPct val="0"/>
              </a:spcBef>
              <a:spcAft>
                <a:spcPct val="0"/>
              </a:spcAft>
            </a:pPr>
            <a:r>
              <a:rPr lang="vi-VN" altLang="vi-VN" sz="1600" dirty="0" smtClean="0">
                <a:latin typeface="+mj-lt"/>
              </a:rPr>
              <a:t>A7 </a:t>
            </a:r>
            <a:r>
              <a:rPr lang="vi-VN" altLang="vi-VN" sz="1600" dirty="0">
                <a:latin typeface="+mj-lt"/>
              </a:rPr>
              <a:t>= 0xD34D34D3</a:t>
            </a:r>
            <a:endParaRPr kumimoji="0" lang="vi-VN" altLang="vi-VN" sz="1600" b="0" i="0" u="none" strike="noStrike" cap="none" normalizeH="0" baseline="0" dirty="0" smtClean="0">
              <a:ln>
                <a:noFill/>
              </a:ln>
              <a:solidFill>
                <a:schemeClr val="tx1"/>
              </a:solidFill>
              <a:effectLst/>
              <a:latin typeface="+mj-lt"/>
            </a:endParaRPr>
          </a:p>
        </p:txBody>
      </p:sp>
      <p:sp>
        <p:nvSpPr>
          <p:cNvPr id="4" name="Rectangle 3"/>
          <p:cNvSpPr>
            <a:spLocks noChangeArrowheads="1"/>
          </p:cNvSpPr>
          <p:nvPr/>
        </p:nvSpPr>
        <p:spPr bwMode="auto">
          <a:xfrm>
            <a:off x="2843808" y="2492896"/>
            <a:ext cx="7960191" cy="32008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lvl="0" defTabSz="914400" eaLnBrk="0" fontAlgn="base" latinLnBrk="0" hangingPunct="0">
              <a:spcBef>
                <a:spcPct val="0"/>
              </a:spcBef>
              <a:spcAft>
                <a:spcPct val="0"/>
              </a:spcAft>
            </a:pPr>
            <a:r>
              <a:rPr lang="vi-VN" altLang="vi-VN" sz="1600" dirty="0">
                <a:latin typeface="+mj-lt"/>
              </a:rPr>
              <a:t>Nó cũng sử dụng bit mang bộ đếm b để cập nhật </a:t>
            </a:r>
            <a:endParaRPr lang="vi-VN" altLang="vi-VN" sz="1600" dirty="0" smtClean="0">
              <a:latin typeface="+mj-lt"/>
            </a:endParaRPr>
          </a:p>
          <a:p>
            <a:pPr lvl="0" defTabSz="914400" eaLnBrk="0" fontAlgn="base" latinLnBrk="0" hangingPunct="0">
              <a:spcBef>
                <a:spcPct val="0"/>
              </a:spcBef>
              <a:spcAft>
                <a:spcPct val="0"/>
              </a:spcAft>
            </a:pPr>
            <a:r>
              <a:rPr lang="vi-VN" altLang="vi-VN" sz="1600" dirty="0" smtClean="0">
                <a:latin typeface="+mj-lt"/>
              </a:rPr>
              <a:t>hệ </a:t>
            </a:r>
            <a:r>
              <a:rPr lang="vi-VN" altLang="vi-VN" sz="1600" dirty="0">
                <a:latin typeface="+mj-lt"/>
              </a:rPr>
              <a:t>thống bộ đếm, như sau</a:t>
            </a:r>
            <a:r>
              <a:rPr lang="vi-VN" altLang="vi-VN" sz="1600" dirty="0" smtClean="0">
                <a:latin typeface="+mj-lt"/>
              </a:rPr>
              <a:t>:</a:t>
            </a:r>
          </a:p>
          <a:p>
            <a:pPr lvl="0" defTabSz="914400" eaLnBrk="0" fontAlgn="base" latinLnBrk="0" hangingPunct="0">
              <a:spcBef>
                <a:spcPct val="0"/>
              </a:spcBef>
              <a:spcAft>
                <a:spcPct val="0"/>
              </a:spcAft>
            </a:pPr>
            <a:endParaRPr kumimoji="0" lang="vi-VN" altLang="vi-VN" sz="1600" b="0" i="0" u="none" strike="noStrike" cap="none" normalizeH="0" baseline="0" dirty="0">
              <a:ln>
                <a:noFill/>
              </a:ln>
              <a:solidFill>
                <a:schemeClr val="tx1"/>
              </a:solidFill>
              <a:effectLst/>
              <a:latin typeface="+mj-lt"/>
            </a:endParaRPr>
          </a:p>
          <a:p>
            <a:pPr lvl="0" defTabSz="914400" eaLnBrk="0" fontAlgn="base" latinLnBrk="0" hangingPunct="0">
              <a:spcBef>
                <a:spcPct val="0"/>
              </a:spcBef>
              <a:spcAft>
                <a:spcPct val="0"/>
              </a:spcAft>
            </a:pPr>
            <a:r>
              <a:rPr lang="vi-VN" altLang="vi-VN" sz="1600" dirty="0">
                <a:latin typeface="+mj-lt"/>
              </a:rPr>
              <a:t>for j=0 to 7:</a:t>
            </a:r>
          </a:p>
          <a:p>
            <a:pPr lvl="0" defTabSz="914400" eaLnBrk="0" fontAlgn="base" latinLnBrk="0" hangingPunct="0">
              <a:spcBef>
                <a:spcPct val="0"/>
              </a:spcBef>
              <a:spcAft>
                <a:spcPct val="0"/>
              </a:spcAft>
            </a:pPr>
            <a:r>
              <a:rPr lang="vi-VN" altLang="vi-VN" sz="1600" dirty="0">
                <a:latin typeface="+mj-lt"/>
              </a:rPr>
              <a:t>       temp = Cj + Aj + b</a:t>
            </a:r>
          </a:p>
          <a:p>
            <a:pPr lvl="0" defTabSz="914400" eaLnBrk="0" fontAlgn="base" latinLnBrk="0" hangingPunct="0">
              <a:spcBef>
                <a:spcPct val="0"/>
              </a:spcBef>
              <a:spcAft>
                <a:spcPct val="0"/>
              </a:spcAft>
            </a:pPr>
            <a:r>
              <a:rPr lang="vi-VN" altLang="vi-VN" sz="1600" dirty="0">
                <a:latin typeface="+mj-lt"/>
              </a:rPr>
              <a:t>       b    = temp div WORDSIZE</a:t>
            </a:r>
          </a:p>
          <a:p>
            <a:pPr lvl="0" defTabSz="914400" eaLnBrk="0" fontAlgn="base" latinLnBrk="0" hangingPunct="0">
              <a:spcBef>
                <a:spcPct val="0"/>
              </a:spcBef>
              <a:spcAft>
                <a:spcPct val="0"/>
              </a:spcAft>
            </a:pPr>
            <a:r>
              <a:rPr lang="vi-VN" altLang="vi-VN" sz="1600" dirty="0">
                <a:latin typeface="+mj-lt"/>
              </a:rPr>
              <a:t>       Cj   = temp mod </a:t>
            </a:r>
            <a:r>
              <a:rPr lang="vi-VN" altLang="vi-VN" sz="1600" dirty="0" smtClean="0">
                <a:latin typeface="+mj-lt"/>
              </a:rPr>
              <a:t>WORDSIZE</a:t>
            </a:r>
          </a:p>
          <a:p>
            <a:pPr lvl="0" defTabSz="914400" eaLnBrk="0" fontAlgn="base" latinLnBrk="0" hangingPunct="0">
              <a:spcBef>
                <a:spcPct val="0"/>
              </a:spcBef>
              <a:spcAft>
                <a:spcPct val="0"/>
              </a:spcAft>
            </a:pPr>
            <a:endParaRPr lang="vi-VN" altLang="vi-VN" sz="1600" dirty="0">
              <a:latin typeface="+mj-lt"/>
            </a:endParaRPr>
          </a:p>
          <a:p>
            <a:pPr lvl="0" defTabSz="914400" eaLnBrk="0" fontAlgn="base" latinLnBrk="0" hangingPunct="0">
              <a:spcBef>
                <a:spcPct val="0"/>
              </a:spcBef>
              <a:spcAft>
                <a:spcPct val="0"/>
              </a:spcAft>
            </a:pPr>
            <a:r>
              <a:rPr lang="vi-VN" altLang="vi-VN" sz="1600" dirty="0" smtClean="0">
                <a:latin typeface="+mj-lt"/>
              </a:rPr>
              <a:t>Với </a:t>
            </a:r>
            <a:r>
              <a:rPr lang="vi-VN" altLang="vi-VN" sz="1600" dirty="0">
                <a:latin typeface="+mj-lt"/>
              </a:rPr>
              <a:t>WORDSIZE = 0x100000000</a:t>
            </a:r>
            <a:endParaRPr lang="vi-VN" altLang="vi-VN" sz="1600" dirty="0" smtClean="0">
              <a:latin typeface="+mj-lt"/>
            </a:endParaRPr>
          </a:p>
          <a:p>
            <a:pPr lvl="0" defTabSz="914400" eaLnBrk="0" fontAlgn="base" latinLnBrk="0" hangingPunct="0">
              <a:spcBef>
                <a:spcPct val="0"/>
              </a:spcBef>
              <a:spcAft>
                <a:spcPct val="0"/>
              </a:spcAft>
            </a:pPr>
            <a:endParaRPr kumimoji="0" lang="vi-VN" altLang="vi-VN" sz="1600" b="0" i="0" u="none" strike="noStrike" cap="none" normalizeH="0" baseline="0" dirty="0">
              <a:ln>
                <a:noFill/>
              </a:ln>
              <a:solidFill>
                <a:schemeClr val="tx1"/>
              </a:solidFill>
              <a:effectLst/>
              <a:latin typeface="+mj-lt"/>
            </a:endParaRPr>
          </a:p>
          <a:p>
            <a:pPr lvl="0" defTabSz="914400" eaLnBrk="0" fontAlgn="base" latinLnBrk="0" hangingPunct="0">
              <a:spcBef>
                <a:spcPct val="0"/>
              </a:spcBef>
              <a:spcAft>
                <a:spcPct val="0"/>
              </a:spcAft>
            </a:pPr>
            <a:endParaRPr lang="vi-VN" altLang="vi-VN" sz="1600" dirty="0" smtClean="0">
              <a:latin typeface="+mj-lt"/>
            </a:endParaRPr>
          </a:p>
          <a:p>
            <a:pPr lvl="0" defTabSz="914400" eaLnBrk="0" fontAlgn="base" latinLnBrk="0" hangingPunct="0">
              <a:spcBef>
                <a:spcPct val="0"/>
              </a:spcBef>
              <a:spcAft>
                <a:spcPct val="0"/>
              </a:spcAft>
            </a:pPr>
            <a:endParaRPr kumimoji="0" lang="vi-VN" altLang="vi-VN" sz="1600" b="0" i="0" u="none" strike="noStrike" cap="none" normalizeH="0" baseline="0" dirty="0">
              <a:ln>
                <a:noFill/>
              </a:ln>
              <a:solidFill>
                <a:schemeClr val="tx1"/>
              </a:solidFill>
              <a:effectLst/>
              <a:latin typeface="+mj-lt"/>
            </a:endParaRPr>
          </a:p>
          <a:p>
            <a:pPr lvl="0" defTabSz="914400" eaLnBrk="0" fontAlgn="base" latinLnBrk="0" hangingPunct="0">
              <a:spcBef>
                <a:spcPct val="0"/>
              </a:spcBef>
              <a:spcAft>
                <a:spcPct val="0"/>
              </a:spcAft>
            </a:pPr>
            <a:endParaRPr kumimoji="0" lang="vi-VN" altLang="vi-VN" sz="1600" b="0" i="0" u="none" strike="noStrike" cap="none" normalizeH="0" baseline="0" dirty="0" smtClean="0">
              <a:ln>
                <a:noFill/>
              </a:ln>
              <a:solidFill>
                <a:schemeClr val="tx1"/>
              </a:solidFill>
              <a:effectLst/>
              <a:latin typeface="+mj-lt"/>
            </a:endParaRPr>
          </a:p>
        </p:txBody>
      </p:sp>
    </p:spTree>
    <p:extLst>
      <p:ext uri="{BB962C8B-B14F-4D97-AF65-F5344CB8AC3E}">
        <p14:creationId xmlns:p14="http://schemas.microsoft.com/office/powerpoint/2010/main" val="315187363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Rectangle 12"/>
          <p:cNvSpPr txBox="1">
            <a:spLocks noChangeArrowheads="1"/>
          </p:cNvSpPr>
          <p:nvPr/>
        </p:nvSpPr>
        <p:spPr>
          <a:xfrm>
            <a:off x="2627784" y="579499"/>
            <a:ext cx="5554758" cy="493034"/>
          </a:xfrm>
          <a:prstGeom prst="rect">
            <a:avLst/>
          </a:prstGeom>
          <a:noFill/>
        </p:spPr>
        <p:txBody>
          <a:bodyPr wrap="square" lIns="76786" tIns="38393" rIns="76786" bIns="38393" rtlCol="0">
            <a:spAutoFit/>
          </a:bodyPr>
          <a:lstStyle/>
          <a:p>
            <a:pPr>
              <a:spcBef>
                <a:spcPct val="0"/>
              </a:spcBef>
              <a:defRPr/>
            </a:pPr>
            <a:r>
              <a:rPr lang="vi-VN" altLang="ko-KR" sz="2700" b="1" dirty="0" smtClean="0">
                <a:solidFill>
                  <a:schemeClr val="tx1">
                    <a:lumMod val="85000"/>
                    <a:lumOff val="15000"/>
                  </a:schemeClr>
                </a:solidFill>
                <a:latin typeface="Montserrat" pitchFamily="50" charset="0"/>
              </a:rPr>
              <a:t>Hàm nextState </a:t>
            </a:r>
            <a:endParaRPr lang="en-US" altLang="ko-KR" sz="2700" b="1" dirty="0">
              <a:solidFill>
                <a:schemeClr val="tx1">
                  <a:lumMod val="85000"/>
                  <a:lumOff val="15000"/>
                </a:schemeClr>
              </a:solidFill>
              <a:latin typeface="Montserrat" pitchFamily="50" charset="0"/>
            </a:endParaRPr>
          </a:p>
        </p:txBody>
      </p:sp>
      <p:sp>
        <p:nvSpPr>
          <p:cNvPr id="7" name="Rectangle 6"/>
          <p:cNvSpPr>
            <a:spLocks noChangeArrowheads="1"/>
          </p:cNvSpPr>
          <p:nvPr/>
        </p:nvSpPr>
        <p:spPr bwMode="auto">
          <a:xfrm>
            <a:off x="467544" y="1484784"/>
            <a:ext cx="7960191" cy="4924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lvl="0" defTabSz="914400" eaLnBrk="0" fontAlgn="base" latinLnBrk="0" hangingPunct="0">
              <a:spcBef>
                <a:spcPct val="0"/>
              </a:spcBef>
              <a:spcAft>
                <a:spcPct val="0"/>
              </a:spcAft>
            </a:pPr>
            <a:r>
              <a:rPr lang="vi-VN" altLang="vi-VN" sz="1600" dirty="0" smtClean="0">
                <a:latin typeface="+mj-lt"/>
              </a:rPr>
              <a:t>Sử dụng hàm g để chuyển đổi hai đầu vào 32 bit thành một đầu ra 32 bit như sau:</a:t>
            </a:r>
            <a:endParaRPr lang="en-US" altLang="vi-VN" sz="1600" dirty="0" smtClean="0">
              <a:latin typeface="+mj-lt"/>
            </a:endParaRPr>
          </a:p>
          <a:p>
            <a:pPr lvl="0" defTabSz="914400" eaLnBrk="0" fontAlgn="base" latinLnBrk="0" hangingPunct="0">
              <a:spcBef>
                <a:spcPct val="0"/>
              </a:spcBef>
              <a:spcAft>
                <a:spcPct val="0"/>
              </a:spcAft>
            </a:pPr>
            <a:endParaRPr lang="en-US" altLang="vi-VN" sz="1600" dirty="0">
              <a:latin typeface="+mj-lt"/>
            </a:endParaRPr>
          </a:p>
          <a:p>
            <a:pPr defTabSz="914400" eaLnBrk="0" fontAlgn="base" latinLnBrk="0" hangingPunct="0">
              <a:spcBef>
                <a:spcPct val="0"/>
              </a:spcBef>
              <a:spcAft>
                <a:spcPct val="0"/>
              </a:spcAft>
            </a:pPr>
            <a:r>
              <a:rPr lang="en-US" altLang="vi-VN" sz="1600" dirty="0">
                <a:latin typeface="Montserrat Light" panose="00000400000000000000" pitchFamily="50" charset="0"/>
              </a:rPr>
              <a:t> </a:t>
            </a:r>
            <a:r>
              <a:rPr lang="en-US" altLang="vi-VN" sz="1600" dirty="0" smtClean="0">
                <a:latin typeface="Montserrat Light" panose="00000400000000000000" pitchFamily="50" charset="0"/>
              </a:rPr>
              <a:t>     g(</a:t>
            </a:r>
            <a:r>
              <a:rPr lang="en-US" altLang="vi-VN" sz="1600" dirty="0" err="1" smtClean="0">
                <a:latin typeface="Montserrat Light" panose="00000400000000000000" pitchFamily="50" charset="0"/>
              </a:rPr>
              <a:t>u,v</a:t>
            </a:r>
            <a:r>
              <a:rPr lang="en-US" altLang="vi-VN" sz="1600" dirty="0">
                <a:latin typeface="Montserrat Light" panose="00000400000000000000" pitchFamily="50" charset="0"/>
              </a:rPr>
              <a:t>) = LSW(square(</a:t>
            </a:r>
            <a:r>
              <a:rPr lang="en-US" altLang="vi-VN" sz="1600" dirty="0" err="1">
                <a:latin typeface="Montserrat Light" panose="00000400000000000000" pitchFamily="50" charset="0"/>
              </a:rPr>
              <a:t>u+v</a:t>
            </a:r>
            <a:r>
              <a:rPr lang="en-US" altLang="vi-VN" sz="1600" dirty="0">
                <a:latin typeface="Montserrat Light" panose="00000400000000000000" pitchFamily="50" charset="0"/>
              </a:rPr>
              <a:t>)) ^ MSW(square(</a:t>
            </a:r>
            <a:r>
              <a:rPr lang="en-US" altLang="vi-VN" sz="1600" dirty="0" err="1">
                <a:latin typeface="Montserrat Light" panose="00000400000000000000" pitchFamily="50" charset="0"/>
              </a:rPr>
              <a:t>u+v</a:t>
            </a:r>
            <a:r>
              <a:rPr lang="en-US" altLang="vi-VN" sz="1600" dirty="0">
                <a:latin typeface="Montserrat Light" panose="00000400000000000000" pitchFamily="50" charset="0"/>
              </a:rPr>
              <a:t>))</a:t>
            </a:r>
          </a:p>
          <a:p>
            <a:pPr defTabSz="914400" eaLnBrk="0" fontAlgn="base" latinLnBrk="0" hangingPunct="0">
              <a:spcBef>
                <a:spcPct val="0"/>
              </a:spcBef>
              <a:spcAft>
                <a:spcPct val="0"/>
              </a:spcAft>
            </a:pPr>
            <a:r>
              <a:rPr lang="en-US" altLang="vi-VN" sz="1600" dirty="0">
                <a:latin typeface="Montserrat Light" panose="00000400000000000000" pitchFamily="50" charset="0"/>
              </a:rPr>
              <a:t> </a:t>
            </a:r>
            <a:r>
              <a:rPr lang="en-US" altLang="vi-VN" sz="1600" dirty="0" smtClean="0">
                <a:latin typeface="Montserrat Light" panose="00000400000000000000" pitchFamily="50" charset="0"/>
              </a:rPr>
              <a:t>     where </a:t>
            </a:r>
            <a:r>
              <a:rPr lang="en-US" altLang="vi-VN" sz="1600" dirty="0">
                <a:latin typeface="Montserrat Light" panose="00000400000000000000" pitchFamily="50" charset="0"/>
              </a:rPr>
              <a:t>square(</a:t>
            </a:r>
            <a:r>
              <a:rPr lang="en-US" altLang="vi-VN" sz="1600" dirty="0" err="1">
                <a:latin typeface="Montserrat Light" panose="00000400000000000000" pitchFamily="50" charset="0"/>
              </a:rPr>
              <a:t>u+v</a:t>
            </a:r>
            <a:r>
              <a:rPr lang="en-US" altLang="vi-VN" sz="1600" dirty="0">
                <a:latin typeface="Montserrat Light" panose="00000400000000000000" pitchFamily="50" charset="0"/>
              </a:rPr>
              <a:t>) = ((</a:t>
            </a:r>
            <a:r>
              <a:rPr lang="en-US" altLang="vi-VN" sz="1600" dirty="0" err="1">
                <a:latin typeface="Montserrat Light" panose="00000400000000000000" pitchFamily="50" charset="0"/>
              </a:rPr>
              <a:t>u+v</a:t>
            </a:r>
            <a:r>
              <a:rPr lang="en-US" altLang="vi-VN" sz="1600" dirty="0">
                <a:latin typeface="Montserrat Light" panose="00000400000000000000" pitchFamily="50" charset="0"/>
              </a:rPr>
              <a:t> mod WORDSIZE) * (</a:t>
            </a:r>
            <a:r>
              <a:rPr lang="en-US" altLang="vi-VN" sz="1600" dirty="0" err="1">
                <a:latin typeface="Montserrat Light" panose="00000400000000000000" pitchFamily="50" charset="0"/>
              </a:rPr>
              <a:t>u+v</a:t>
            </a:r>
            <a:r>
              <a:rPr lang="en-US" altLang="vi-VN" sz="1600" dirty="0">
                <a:latin typeface="Montserrat Light" panose="00000400000000000000" pitchFamily="50" charset="0"/>
              </a:rPr>
              <a:t> mod </a:t>
            </a:r>
            <a:r>
              <a:rPr lang="en-US" altLang="vi-VN" sz="1600" dirty="0" smtClean="0">
                <a:latin typeface="Montserrat Light" panose="00000400000000000000" pitchFamily="50" charset="0"/>
              </a:rPr>
              <a:t>WORDSIZE.</a:t>
            </a:r>
          </a:p>
          <a:p>
            <a:pPr defTabSz="914400" eaLnBrk="0" fontAlgn="base" latinLnBrk="0" hangingPunct="0">
              <a:spcBef>
                <a:spcPct val="0"/>
              </a:spcBef>
              <a:spcAft>
                <a:spcPct val="0"/>
              </a:spcAft>
            </a:pPr>
            <a:endParaRPr lang="en-US" altLang="vi-VN" sz="1600" dirty="0" smtClean="0">
              <a:latin typeface="+mj-lt"/>
            </a:endParaRPr>
          </a:p>
          <a:p>
            <a:pPr defTabSz="914400" eaLnBrk="0" fontAlgn="base" latinLnBrk="0" hangingPunct="0">
              <a:spcBef>
                <a:spcPct val="0"/>
              </a:spcBef>
              <a:spcAft>
                <a:spcPct val="0"/>
              </a:spcAft>
            </a:pPr>
            <a:r>
              <a:rPr lang="vi-VN" altLang="vi-VN" sz="1600" dirty="0">
                <a:latin typeface="+mj-lt"/>
              </a:rPr>
              <a:t>Sử dụng hàm này, thuật toán cập nhật trạng thái bên trong như sau</a:t>
            </a:r>
            <a:r>
              <a:rPr lang="vi-VN" altLang="vi-VN" sz="1600" dirty="0" smtClean="0">
                <a:latin typeface="+mj-lt"/>
              </a:rPr>
              <a:t>:</a:t>
            </a:r>
          </a:p>
          <a:p>
            <a:pPr defTabSz="914400" eaLnBrk="0" fontAlgn="base" latinLnBrk="0" hangingPunct="0">
              <a:spcBef>
                <a:spcPct val="0"/>
              </a:spcBef>
              <a:spcAft>
                <a:spcPct val="0"/>
              </a:spcAft>
            </a:pPr>
            <a:endParaRPr lang="en-US" altLang="vi-VN" sz="1600" dirty="0">
              <a:latin typeface="Montserrat Light" panose="00000400000000000000" pitchFamily="50" charset="0"/>
            </a:endParaRPr>
          </a:p>
          <a:p>
            <a:pPr defTabSz="914400" eaLnBrk="0" fontAlgn="base" latinLnBrk="0" hangingPunct="0">
              <a:spcBef>
                <a:spcPct val="0"/>
              </a:spcBef>
              <a:spcAft>
                <a:spcPct val="0"/>
              </a:spcAft>
            </a:pPr>
            <a:r>
              <a:rPr lang="en-US" altLang="vi-VN" sz="1600" dirty="0">
                <a:latin typeface="Montserrat Light" panose="00000400000000000000" pitchFamily="50" charset="0"/>
              </a:rPr>
              <a:t>     for j=0 to 7:</a:t>
            </a:r>
          </a:p>
          <a:p>
            <a:pPr defTabSz="914400" eaLnBrk="0" fontAlgn="base" latinLnBrk="0" hangingPunct="0">
              <a:spcBef>
                <a:spcPct val="0"/>
              </a:spcBef>
              <a:spcAft>
                <a:spcPct val="0"/>
              </a:spcAft>
            </a:pPr>
            <a:r>
              <a:rPr lang="en-US" altLang="vi-VN" sz="1600" dirty="0">
                <a:latin typeface="Montserrat Light" panose="00000400000000000000" pitchFamily="50" charset="0"/>
              </a:rPr>
              <a:t>       </a:t>
            </a:r>
            <a:r>
              <a:rPr lang="en-US" altLang="vi-VN" sz="1600" dirty="0" err="1">
                <a:latin typeface="Montserrat Light" panose="00000400000000000000" pitchFamily="50" charset="0"/>
              </a:rPr>
              <a:t>Gj</a:t>
            </a:r>
            <a:r>
              <a:rPr lang="en-US" altLang="vi-VN" sz="1600" dirty="0">
                <a:latin typeface="Montserrat Light" panose="00000400000000000000" pitchFamily="50" charset="0"/>
              </a:rPr>
              <a:t> = g(</a:t>
            </a:r>
            <a:r>
              <a:rPr lang="en-US" altLang="vi-VN" sz="1600" dirty="0" err="1">
                <a:latin typeface="Montserrat Light" panose="00000400000000000000" pitchFamily="50" charset="0"/>
              </a:rPr>
              <a:t>Xj,Cj</a:t>
            </a:r>
            <a:r>
              <a:rPr lang="en-US" altLang="vi-VN" sz="1600" dirty="0">
                <a:latin typeface="Montserrat Light" panose="00000400000000000000" pitchFamily="50" charset="0"/>
              </a:rPr>
              <a:t>)</a:t>
            </a:r>
          </a:p>
          <a:p>
            <a:pPr defTabSz="914400" eaLnBrk="0" fontAlgn="base" latinLnBrk="0" hangingPunct="0">
              <a:spcBef>
                <a:spcPct val="0"/>
              </a:spcBef>
              <a:spcAft>
                <a:spcPct val="0"/>
              </a:spcAft>
            </a:pPr>
            <a:endParaRPr lang="en-US" altLang="vi-VN" sz="1600" dirty="0">
              <a:latin typeface="Montserrat Light" panose="00000400000000000000" pitchFamily="50" charset="0"/>
            </a:endParaRPr>
          </a:p>
          <a:p>
            <a:pPr defTabSz="914400" eaLnBrk="0" fontAlgn="base" latinLnBrk="0" hangingPunct="0">
              <a:spcBef>
                <a:spcPct val="0"/>
              </a:spcBef>
              <a:spcAft>
                <a:spcPct val="0"/>
              </a:spcAft>
            </a:pPr>
            <a:r>
              <a:rPr lang="en-US" altLang="vi-VN" sz="1600" dirty="0">
                <a:latin typeface="Montserrat Light" panose="00000400000000000000" pitchFamily="50" charset="0"/>
              </a:rPr>
              <a:t>     X0 = G0 + (G7 &lt;&lt;&lt; 16) + (G6 &lt;&lt;&lt; 16) mod WORDSIZE</a:t>
            </a:r>
          </a:p>
          <a:p>
            <a:pPr defTabSz="914400" eaLnBrk="0" fontAlgn="base" latinLnBrk="0" hangingPunct="0">
              <a:spcBef>
                <a:spcPct val="0"/>
              </a:spcBef>
              <a:spcAft>
                <a:spcPct val="0"/>
              </a:spcAft>
            </a:pPr>
            <a:r>
              <a:rPr lang="en-US" altLang="vi-VN" sz="1600" dirty="0">
                <a:latin typeface="Montserrat Light" panose="00000400000000000000" pitchFamily="50" charset="0"/>
              </a:rPr>
              <a:t>     X1 = G1 + (G0 &lt;&lt;&lt;  8) +  G7         mod WORDSIZE</a:t>
            </a:r>
          </a:p>
          <a:p>
            <a:pPr defTabSz="914400" eaLnBrk="0" fontAlgn="base" latinLnBrk="0" hangingPunct="0">
              <a:spcBef>
                <a:spcPct val="0"/>
              </a:spcBef>
              <a:spcAft>
                <a:spcPct val="0"/>
              </a:spcAft>
            </a:pPr>
            <a:r>
              <a:rPr lang="en-US" altLang="vi-VN" sz="1600" dirty="0">
                <a:latin typeface="Montserrat Light" panose="00000400000000000000" pitchFamily="50" charset="0"/>
              </a:rPr>
              <a:t>     X2 = G2 + (G1 &lt;&lt;&lt; 16) + (G0 &lt;&lt;&lt; 16) mod WORDSIZE</a:t>
            </a:r>
          </a:p>
          <a:p>
            <a:pPr defTabSz="914400" eaLnBrk="0" fontAlgn="base" latinLnBrk="0" hangingPunct="0">
              <a:spcBef>
                <a:spcPct val="0"/>
              </a:spcBef>
              <a:spcAft>
                <a:spcPct val="0"/>
              </a:spcAft>
            </a:pPr>
            <a:r>
              <a:rPr lang="en-US" altLang="vi-VN" sz="1600" dirty="0">
                <a:latin typeface="Montserrat Light" panose="00000400000000000000" pitchFamily="50" charset="0"/>
              </a:rPr>
              <a:t>     X3 = G3 + (G2 &lt;&lt;&lt;  8) +  G1         mod WORDSIZE</a:t>
            </a:r>
          </a:p>
          <a:p>
            <a:pPr defTabSz="914400" eaLnBrk="0" fontAlgn="base" latinLnBrk="0" hangingPunct="0">
              <a:spcBef>
                <a:spcPct val="0"/>
              </a:spcBef>
              <a:spcAft>
                <a:spcPct val="0"/>
              </a:spcAft>
            </a:pPr>
            <a:r>
              <a:rPr lang="en-US" altLang="vi-VN" sz="1600" dirty="0">
                <a:latin typeface="Montserrat Light" panose="00000400000000000000" pitchFamily="50" charset="0"/>
              </a:rPr>
              <a:t>     X4 = G4 + (G3 &lt;&lt;&lt; 16) + (G2 &lt;&lt;&lt; 16) mod WORDSIZE</a:t>
            </a:r>
          </a:p>
          <a:p>
            <a:pPr defTabSz="914400" eaLnBrk="0" fontAlgn="base" latinLnBrk="0" hangingPunct="0">
              <a:spcBef>
                <a:spcPct val="0"/>
              </a:spcBef>
              <a:spcAft>
                <a:spcPct val="0"/>
              </a:spcAft>
            </a:pPr>
            <a:r>
              <a:rPr lang="en-US" altLang="vi-VN" sz="1600" dirty="0">
                <a:latin typeface="Montserrat Light" panose="00000400000000000000" pitchFamily="50" charset="0"/>
              </a:rPr>
              <a:t>     X5 = G5 + (G4 &lt;&lt;&lt;  8) +  G3         mod WORDSIZE</a:t>
            </a:r>
          </a:p>
          <a:p>
            <a:pPr defTabSz="914400" eaLnBrk="0" fontAlgn="base" latinLnBrk="0" hangingPunct="0">
              <a:spcBef>
                <a:spcPct val="0"/>
              </a:spcBef>
              <a:spcAft>
                <a:spcPct val="0"/>
              </a:spcAft>
            </a:pPr>
            <a:r>
              <a:rPr lang="en-US" altLang="vi-VN" sz="1600" dirty="0">
                <a:latin typeface="Montserrat Light" panose="00000400000000000000" pitchFamily="50" charset="0"/>
              </a:rPr>
              <a:t>     X6 = G6 + (G5 &lt;&lt;&lt; 16) + (G4 &lt;&lt;&lt; 16) mod WORDSIZE</a:t>
            </a:r>
          </a:p>
          <a:p>
            <a:pPr defTabSz="914400" eaLnBrk="0" fontAlgn="base" latinLnBrk="0" hangingPunct="0">
              <a:spcBef>
                <a:spcPct val="0"/>
              </a:spcBef>
              <a:spcAft>
                <a:spcPct val="0"/>
              </a:spcAft>
            </a:pPr>
            <a:r>
              <a:rPr lang="en-US" altLang="vi-VN" sz="1600" dirty="0">
                <a:latin typeface="Montserrat Light" panose="00000400000000000000" pitchFamily="50" charset="0"/>
              </a:rPr>
              <a:t>     X7 = G7 + (G6 &lt;&lt;&lt;  8) +  G5         mod WORDSIZE</a:t>
            </a:r>
          </a:p>
          <a:p>
            <a:pPr defTabSz="914400" eaLnBrk="0" fontAlgn="base" latinLnBrk="0" hangingPunct="0">
              <a:spcBef>
                <a:spcPct val="0"/>
              </a:spcBef>
              <a:spcAft>
                <a:spcPct val="0"/>
              </a:spcAft>
            </a:pPr>
            <a:endParaRPr lang="en-US" altLang="vi-VN" sz="1600" dirty="0">
              <a:latin typeface="Montserrat Light" panose="00000400000000000000" pitchFamily="50" charset="0"/>
            </a:endParaRPr>
          </a:p>
        </p:txBody>
      </p:sp>
    </p:spTree>
    <p:extLst>
      <p:ext uri="{BB962C8B-B14F-4D97-AF65-F5344CB8AC3E}">
        <p14:creationId xmlns:p14="http://schemas.microsoft.com/office/powerpoint/2010/main" val="318082503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Rectangle 12"/>
          <p:cNvSpPr txBox="1">
            <a:spLocks noChangeArrowheads="1"/>
          </p:cNvSpPr>
          <p:nvPr/>
        </p:nvSpPr>
        <p:spPr>
          <a:xfrm>
            <a:off x="2627784" y="579499"/>
            <a:ext cx="5554758" cy="493034"/>
          </a:xfrm>
          <a:prstGeom prst="rect">
            <a:avLst/>
          </a:prstGeom>
          <a:noFill/>
        </p:spPr>
        <p:txBody>
          <a:bodyPr wrap="square" lIns="76786" tIns="38393" rIns="76786" bIns="38393" rtlCol="0">
            <a:spAutoFit/>
          </a:bodyPr>
          <a:lstStyle/>
          <a:p>
            <a:pPr>
              <a:spcBef>
                <a:spcPct val="0"/>
              </a:spcBef>
              <a:defRPr/>
            </a:pPr>
            <a:r>
              <a:rPr lang="vi-VN" altLang="ko-KR" sz="2700" b="1" dirty="0">
                <a:solidFill>
                  <a:schemeClr val="tx1">
                    <a:lumMod val="85000"/>
                    <a:lumOff val="15000"/>
                  </a:schemeClr>
                </a:solidFill>
                <a:latin typeface="Montserrat" pitchFamily="50" charset="0"/>
              </a:rPr>
              <a:t>Hàm nextBlock </a:t>
            </a:r>
            <a:endParaRPr lang="en-US" altLang="ko-KR" sz="2700" b="1" dirty="0">
              <a:solidFill>
                <a:schemeClr val="tx1">
                  <a:lumMod val="85000"/>
                  <a:lumOff val="15000"/>
                </a:schemeClr>
              </a:solidFill>
              <a:latin typeface="Montserrat" pitchFamily="50" charset="0"/>
            </a:endParaRPr>
          </a:p>
        </p:txBody>
      </p:sp>
      <p:sp>
        <p:nvSpPr>
          <p:cNvPr id="7" name="Rectangle 6"/>
          <p:cNvSpPr>
            <a:spLocks noChangeArrowheads="1"/>
          </p:cNvSpPr>
          <p:nvPr/>
        </p:nvSpPr>
        <p:spPr bwMode="auto">
          <a:xfrm>
            <a:off x="755576" y="1988840"/>
            <a:ext cx="7046642"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lvl="0" defTabSz="914400" eaLnBrk="0" fontAlgn="base" latinLnBrk="0" hangingPunct="0">
              <a:spcBef>
                <a:spcPct val="0"/>
              </a:spcBef>
              <a:spcAft>
                <a:spcPct val="0"/>
              </a:spcAft>
            </a:pPr>
            <a:r>
              <a:rPr lang="vi-VN" altLang="vi-VN" sz="1600" dirty="0">
                <a:latin typeface="+mj-lt"/>
              </a:rPr>
              <a:t>Sau khi kết thúc quá trình thiết lập khóa và IV, thuật toán được lặp lại để tạo ra một khối đầu ra </a:t>
            </a:r>
            <a:r>
              <a:rPr lang="vi-VN" altLang="vi-VN" sz="1600" dirty="0" smtClean="0">
                <a:latin typeface="+mj-lt"/>
              </a:rPr>
              <a:t>S 128 bit </a:t>
            </a:r>
            <a:r>
              <a:rPr lang="vi-VN" altLang="vi-VN" sz="1600" dirty="0">
                <a:latin typeface="+mj-lt"/>
              </a:rPr>
              <a:t>mỗi vòng. Mỗi vòng bao gồm thực hiện </a:t>
            </a:r>
            <a:r>
              <a:rPr lang="vi-VN" altLang="vi-VN" sz="1600" dirty="0" smtClean="0">
                <a:latin typeface="+mj-lt"/>
              </a:rPr>
              <a:t>lại updateCounter và nextState </a:t>
            </a:r>
            <a:r>
              <a:rPr lang="vi-VN" altLang="vi-VN" sz="1600" dirty="0">
                <a:latin typeface="+mj-lt"/>
              </a:rPr>
              <a:t>rồi trích xuất đầu ra S[127..0] như sau</a:t>
            </a:r>
            <a:r>
              <a:rPr lang="vi-VN" altLang="vi-VN" sz="1600" dirty="0" smtClean="0">
                <a:latin typeface="+mj-lt"/>
              </a:rPr>
              <a:t>:</a:t>
            </a:r>
          </a:p>
          <a:p>
            <a:pPr lvl="0" defTabSz="914400" eaLnBrk="0" fontAlgn="base" latinLnBrk="0" hangingPunct="0">
              <a:spcBef>
                <a:spcPct val="0"/>
              </a:spcBef>
              <a:spcAft>
                <a:spcPct val="0"/>
              </a:spcAft>
            </a:pPr>
            <a:endParaRPr lang="en-US" altLang="vi-VN" sz="1600" dirty="0" smtClean="0">
              <a:latin typeface="+mj-lt"/>
            </a:endParaRPr>
          </a:p>
          <a:p>
            <a:pPr lvl="0" defTabSz="914400" eaLnBrk="0" fontAlgn="base" latinLnBrk="0" hangingPunct="0">
              <a:spcBef>
                <a:spcPct val="0"/>
              </a:spcBef>
              <a:spcAft>
                <a:spcPct val="0"/>
              </a:spcAft>
            </a:pPr>
            <a:endParaRPr lang="vi-VN" altLang="vi-VN" sz="1600" dirty="0" smtClean="0">
              <a:latin typeface="+mj-lt"/>
            </a:endParaRPr>
          </a:p>
          <a:p>
            <a:pPr lvl="3" defTabSz="914400" eaLnBrk="0" fontAlgn="base" latinLnBrk="0" hangingPunct="0">
              <a:spcBef>
                <a:spcPct val="0"/>
              </a:spcBef>
              <a:spcAft>
                <a:spcPct val="0"/>
              </a:spcAft>
            </a:pPr>
            <a:r>
              <a:rPr lang="en-US" altLang="vi-VN" sz="1600" dirty="0" smtClean="0">
                <a:latin typeface="Montserrat Light" panose="00000400000000000000" pitchFamily="50" charset="0"/>
              </a:rPr>
              <a:t>	S[15..0]    	 = X0[15..0]  ^ X5[31..16]</a:t>
            </a:r>
          </a:p>
          <a:p>
            <a:pPr lvl="3" defTabSz="914400" eaLnBrk="0" fontAlgn="base" latinLnBrk="0" hangingPunct="0">
              <a:spcBef>
                <a:spcPct val="0"/>
              </a:spcBef>
              <a:spcAft>
                <a:spcPct val="0"/>
              </a:spcAft>
            </a:pPr>
            <a:r>
              <a:rPr lang="en-US" altLang="vi-VN" sz="1600" dirty="0" smtClean="0">
                <a:latin typeface="Montserrat Light" panose="00000400000000000000" pitchFamily="50" charset="0"/>
              </a:rPr>
              <a:t>     	S[31..16]     = X0[31..16] ^ X3[15..0]</a:t>
            </a:r>
          </a:p>
          <a:p>
            <a:pPr lvl="3" defTabSz="914400" eaLnBrk="0" fontAlgn="base" latinLnBrk="0" hangingPunct="0">
              <a:spcBef>
                <a:spcPct val="0"/>
              </a:spcBef>
              <a:spcAft>
                <a:spcPct val="0"/>
              </a:spcAft>
            </a:pPr>
            <a:r>
              <a:rPr lang="en-US" altLang="vi-VN" sz="1600" dirty="0" smtClean="0">
                <a:latin typeface="Montserrat Light" panose="00000400000000000000" pitchFamily="50" charset="0"/>
              </a:rPr>
              <a:t>     	S[47..32]   = X2[15..0]  ^ X7[31..16]</a:t>
            </a:r>
          </a:p>
          <a:p>
            <a:pPr lvl="3" defTabSz="914400" eaLnBrk="0" fontAlgn="base" latinLnBrk="0" hangingPunct="0">
              <a:spcBef>
                <a:spcPct val="0"/>
              </a:spcBef>
              <a:spcAft>
                <a:spcPct val="0"/>
              </a:spcAft>
            </a:pPr>
            <a:r>
              <a:rPr lang="en-US" altLang="vi-VN" sz="1600" dirty="0" smtClean="0">
                <a:latin typeface="Montserrat Light" panose="00000400000000000000" pitchFamily="50" charset="0"/>
              </a:rPr>
              <a:t>     	S[63..48]   = X2[31..16] ^ X5[15..0]</a:t>
            </a:r>
          </a:p>
          <a:p>
            <a:pPr lvl="3" defTabSz="914400" eaLnBrk="0" fontAlgn="base" latinLnBrk="0" hangingPunct="0">
              <a:spcBef>
                <a:spcPct val="0"/>
              </a:spcBef>
              <a:spcAft>
                <a:spcPct val="0"/>
              </a:spcAft>
            </a:pPr>
            <a:r>
              <a:rPr lang="en-US" altLang="vi-VN" sz="1600" dirty="0" smtClean="0">
                <a:latin typeface="Montserrat Light" panose="00000400000000000000" pitchFamily="50" charset="0"/>
              </a:rPr>
              <a:t>     	S[79..64]   = X4[15..0]  ^ X1[31..16]</a:t>
            </a:r>
          </a:p>
          <a:p>
            <a:pPr lvl="3" defTabSz="914400" eaLnBrk="0" fontAlgn="base" latinLnBrk="0" hangingPunct="0">
              <a:spcBef>
                <a:spcPct val="0"/>
              </a:spcBef>
              <a:spcAft>
                <a:spcPct val="0"/>
              </a:spcAft>
            </a:pPr>
            <a:r>
              <a:rPr lang="en-US" altLang="vi-VN" sz="1600" dirty="0" smtClean="0">
                <a:latin typeface="Montserrat Light" panose="00000400000000000000" pitchFamily="50" charset="0"/>
              </a:rPr>
              <a:t>     	S[95..80]   = X4[31..16] ^ X7[15..0]</a:t>
            </a:r>
          </a:p>
          <a:p>
            <a:pPr lvl="3" defTabSz="914400" eaLnBrk="0" fontAlgn="base" latinLnBrk="0" hangingPunct="0">
              <a:spcBef>
                <a:spcPct val="0"/>
              </a:spcBef>
              <a:spcAft>
                <a:spcPct val="0"/>
              </a:spcAft>
            </a:pPr>
            <a:r>
              <a:rPr lang="en-US" altLang="vi-VN" sz="1600" dirty="0" smtClean="0">
                <a:latin typeface="Montserrat Light" panose="00000400000000000000" pitchFamily="50" charset="0"/>
              </a:rPr>
              <a:t>     	S[111..96]    = X6[15..0]  ^ X3[31..16]</a:t>
            </a:r>
          </a:p>
          <a:p>
            <a:pPr lvl="3" defTabSz="914400" eaLnBrk="0" fontAlgn="base" latinLnBrk="0" hangingPunct="0">
              <a:spcBef>
                <a:spcPct val="0"/>
              </a:spcBef>
              <a:spcAft>
                <a:spcPct val="0"/>
              </a:spcAft>
            </a:pPr>
            <a:r>
              <a:rPr lang="en-US" altLang="vi-VN" sz="1600" dirty="0" smtClean="0">
                <a:latin typeface="Montserrat Light" panose="00000400000000000000" pitchFamily="50" charset="0"/>
              </a:rPr>
              <a:t>     	S[127..112]  = X6[31..16] ^ X1[15..0]</a:t>
            </a:r>
            <a:endParaRPr lang="en-US" altLang="vi-VN" sz="1600" dirty="0">
              <a:latin typeface="Montserrat Light" panose="00000400000000000000" pitchFamily="50" charset="0"/>
            </a:endParaRPr>
          </a:p>
        </p:txBody>
      </p:sp>
    </p:spTree>
    <p:extLst>
      <p:ext uri="{BB962C8B-B14F-4D97-AF65-F5344CB8AC3E}">
        <p14:creationId xmlns:p14="http://schemas.microsoft.com/office/powerpoint/2010/main" val="137562151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Rectangle 12"/>
          <p:cNvSpPr txBox="1">
            <a:spLocks noChangeArrowheads="1"/>
          </p:cNvSpPr>
          <p:nvPr/>
        </p:nvSpPr>
        <p:spPr>
          <a:xfrm>
            <a:off x="2771800" y="692696"/>
            <a:ext cx="5554758" cy="493034"/>
          </a:xfrm>
          <a:prstGeom prst="rect">
            <a:avLst/>
          </a:prstGeom>
          <a:noFill/>
        </p:spPr>
        <p:txBody>
          <a:bodyPr wrap="square" lIns="76786" tIns="38393" rIns="76786" bIns="38393" rtlCol="0">
            <a:spAutoFit/>
          </a:bodyPr>
          <a:lstStyle/>
          <a:p>
            <a:pPr>
              <a:spcBef>
                <a:spcPct val="0"/>
              </a:spcBef>
              <a:defRPr/>
            </a:pPr>
            <a:r>
              <a:rPr lang="vi-VN" altLang="ko-KR" sz="2700" b="1" dirty="0">
                <a:solidFill>
                  <a:schemeClr val="tx1">
                    <a:lumMod val="85000"/>
                    <a:lumOff val="15000"/>
                  </a:schemeClr>
                </a:solidFill>
                <a:latin typeface="Montserrat" pitchFamily="50" charset="0"/>
              </a:rPr>
              <a:t>Hàm </a:t>
            </a:r>
            <a:r>
              <a:rPr lang="vi-VN" altLang="ko-KR" sz="2700" b="1" dirty="0" smtClean="0">
                <a:solidFill>
                  <a:schemeClr val="tx1">
                    <a:lumMod val="85000"/>
                    <a:lumOff val="15000"/>
                  </a:schemeClr>
                </a:solidFill>
                <a:latin typeface="Montserrat" pitchFamily="50" charset="0"/>
              </a:rPr>
              <a:t>encrypt </a:t>
            </a:r>
            <a:endParaRPr lang="en-US" altLang="ko-KR" sz="2700" b="1" dirty="0">
              <a:solidFill>
                <a:schemeClr val="tx1">
                  <a:lumMod val="85000"/>
                  <a:lumOff val="15000"/>
                </a:schemeClr>
              </a:solidFill>
              <a:latin typeface="Montserrat" pitchFamily="50" charset="0"/>
            </a:endParaRPr>
          </a:p>
        </p:txBody>
      </p:sp>
      <p:sp>
        <p:nvSpPr>
          <p:cNvPr id="7" name="Rectangle 6"/>
          <p:cNvSpPr>
            <a:spLocks noChangeArrowheads="1"/>
          </p:cNvSpPr>
          <p:nvPr/>
        </p:nvSpPr>
        <p:spPr bwMode="auto">
          <a:xfrm>
            <a:off x="899592" y="2132856"/>
            <a:ext cx="7046642" cy="738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lvl="0" defTabSz="914400" eaLnBrk="0" fontAlgn="base" latinLnBrk="0" hangingPunct="0">
              <a:spcBef>
                <a:spcPct val="0"/>
              </a:spcBef>
              <a:spcAft>
                <a:spcPct val="0"/>
              </a:spcAft>
            </a:pPr>
            <a:r>
              <a:rPr lang="vi-VN" altLang="vi-VN" sz="1600" dirty="0" smtClean="0">
                <a:latin typeface="Montserrat Light" panose="00000400000000000000" pitchFamily="50" charset="0"/>
              </a:rPr>
              <a:t>Ta tiến hành thực hiện mã hóa sau khi thực thi hàm keySetup(), tùy thuộc theo yêu cầu dữ liệu vào ta sẽ linh hoạt tùy chỉnh hàm encrypt theo cả các hàm đã xây dựng.</a:t>
            </a:r>
            <a:endParaRPr lang="en-US" altLang="vi-VN" sz="1600" dirty="0">
              <a:latin typeface="Montserrat Light" panose="00000400000000000000" pitchFamily="50" charset="0"/>
            </a:endParaRPr>
          </a:p>
        </p:txBody>
      </p:sp>
    </p:spTree>
    <p:extLst>
      <p:ext uri="{BB962C8B-B14F-4D97-AF65-F5344CB8AC3E}">
        <p14:creationId xmlns:p14="http://schemas.microsoft.com/office/powerpoint/2010/main" val="216583730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extBox 12"/>
          <p:cNvSpPr txBox="1"/>
          <p:nvPr/>
        </p:nvSpPr>
        <p:spPr>
          <a:xfrm>
            <a:off x="2508959" y="2143415"/>
            <a:ext cx="4126082" cy="693089"/>
          </a:xfrm>
          <a:prstGeom prst="rect">
            <a:avLst/>
          </a:prstGeom>
          <a:noFill/>
        </p:spPr>
        <p:txBody>
          <a:bodyPr wrap="square" lIns="76786" tIns="38393" rIns="76786" bIns="38393" rtlCol="0">
            <a:spAutoFit/>
          </a:bodyPr>
          <a:lstStyle/>
          <a:p>
            <a:pPr algn="ctr"/>
            <a:r>
              <a:rPr lang="en-US" altLang="ko-KR" sz="4000" b="1" dirty="0">
                <a:solidFill>
                  <a:schemeClr val="tx1">
                    <a:lumMod val="85000"/>
                    <a:lumOff val="15000"/>
                  </a:schemeClr>
                </a:solidFill>
                <a:latin typeface="Montserrat" pitchFamily="50" charset="0"/>
              </a:rPr>
              <a:t>The end</a:t>
            </a:r>
          </a:p>
        </p:txBody>
      </p:sp>
      <p:cxnSp>
        <p:nvCxnSpPr>
          <p:cNvPr id="8" name="Straight Connector 15"/>
          <p:cNvCxnSpPr>
            <a:cxnSpLocks/>
          </p:cNvCxnSpPr>
          <p:nvPr/>
        </p:nvCxnSpPr>
        <p:spPr>
          <a:xfrm>
            <a:off x="4166948" y="3214736"/>
            <a:ext cx="810105" cy="0"/>
          </a:xfrm>
          <a:prstGeom prst="line">
            <a:avLst/>
          </a:prstGeom>
          <a:ln w="57150">
            <a:solidFill>
              <a:srgbClr val="504E4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3781452"/>
      </p:ext>
    </p:extLst>
  </p:cSld>
  <p:clrMapOvr>
    <a:masterClrMapping/>
  </p:clrMapOvr>
  <p:transition>
    <p:fade/>
  </p:transition>
</p:sld>
</file>

<file path=ppt/theme/theme1.xml><?xml version="1.0" encoding="utf-8"?>
<a:theme xmlns:a="http://schemas.openxmlformats.org/drawingml/2006/main" name="Office 테마">
  <a:themeElements>
    <a:clrScheme name="minimal">
      <a:dk1>
        <a:sysClr val="windowText" lastClr="000000"/>
      </a:dk1>
      <a:lt1>
        <a:sysClr val="window" lastClr="FFFFFF"/>
      </a:lt1>
      <a:dk2>
        <a:srgbClr val="333333"/>
      </a:dk2>
      <a:lt2>
        <a:srgbClr val="C0C0C0"/>
      </a:lt2>
      <a:accent1>
        <a:srgbClr val="EAEAEA"/>
      </a:accent1>
      <a:accent2>
        <a:srgbClr val="DFD7CC"/>
      </a:accent2>
      <a:accent3>
        <a:srgbClr val="95B3DF"/>
      </a:accent3>
      <a:accent4>
        <a:srgbClr val="5BAFCB"/>
      </a:accent4>
      <a:accent5>
        <a:srgbClr val="A1BEA8"/>
      </a:accent5>
      <a:accent6>
        <a:srgbClr val="FED9A1"/>
      </a:accent6>
      <a:hlink>
        <a:srgbClr val="5BAFCB"/>
      </a:hlink>
      <a:folHlink>
        <a:srgbClr val="A1BEA8"/>
      </a:folHlink>
    </a:clrScheme>
    <a:fontScheme name="creativityforest2">
      <a:majorFont>
        <a:latin typeface="Montserrat"/>
        <a:ea typeface="Lato Medium"/>
        <a:cs typeface=""/>
      </a:majorFont>
      <a:minorFont>
        <a:latin typeface="Calibri"/>
        <a:ea typeface="Lato"/>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5947</TotalTime>
  <Words>1134</Words>
  <Application>Microsoft Office PowerPoint</Application>
  <PresentationFormat>On-screen Show (4:3)</PresentationFormat>
  <Paragraphs>111</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Malgun Gothic</vt:lpstr>
      <vt:lpstr>Arial</vt:lpstr>
      <vt:lpstr>Calibri</vt:lpstr>
      <vt:lpstr>Lato</vt:lpstr>
      <vt:lpstr>Lato Medium</vt:lpstr>
      <vt:lpstr>Montserrat</vt:lpstr>
      <vt:lpstr>Montserrat Light</vt:lpstr>
      <vt:lpstr>Office 테마</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Creative Gallery Presentation</dc:title>
  <dc:creator>www.creativityforest.com</dc:creator>
  <dc:description>Copyright © CreativityForest. All rights reserved.</dc:description>
  <cp:lastModifiedBy>hải đặng văn</cp:lastModifiedBy>
  <cp:revision>697</cp:revision>
  <dcterms:created xsi:type="dcterms:W3CDTF">2011-06-05T13:27:46Z</dcterms:created>
  <dcterms:modified xsi:type="dcterms:W3CDTF">2023-11-17T18:53:53Z</dcterms:modified>
</cp:coreProperties>
</file>